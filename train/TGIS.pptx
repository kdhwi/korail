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96D0"/>
    <a:srgbClr val="FC75FF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000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168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07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464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54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06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808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749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270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631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549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2C34D-190E-4510-A06B-2EABE3DB2058}" type="datetimeFigureOut">
              <a:rPr lang="ko-KR" altLang="en-US" smtClean="0"/>
              <a:t>2026-04-07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11E9F-9018-4214-AD7B-4080C5B82A7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221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24E5D7F-AEA9-DD04-8215-F5A05E5D76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74" b="625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037B381-334B-151B-3488-8E82D45451CF}"/>
              </a:ext>
            </a:extLst>
          </p:cNvPr>
          <p:cNvSpPr/>
          <p:nvPr/>
        </p:nvSpPr>
        <p:spPr>
          <a:xfrm>
            <a:off x="-67734" y="550332"/>
            <a:ext cx="9279468" cy="483023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C7B8B7-13C4-C3BF-574F-606D6095A916}"/>
              </a:ext>
            </a:extLst>
          </p:cNvPr>
          <p:cNvSpPr/>
          <p:nvPr/>
        </p:nvSpPr>
        <p:spPr>
          <a:xfrm>
            <a:off x="5325533" y="4055533"/>
            <a:ext cx="3657600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1BC8BE-1F76-11C1-5FEC-5E7CAFBD7061}"/>
              </a:ext>
            </a:extLst>
          </p:cNvPr>
          <p:cNvSpPr/>
          <p:nvPr/>
        </p:nvSpPr>
        <p:spPr>
          <a:xfrm>
            <a:off x="5325533" y="4690533"/>
            <a:ext cx="3657600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25F7A7-24E4-9CE7-6416-0CF87449F30B}"/>
              </a:ext>
            </a:extLst>
          </p:cNvPr>
          <p:cNvSpPr/>
          <p:nvPr/>
        </p:nvSpPr>
        <p:spPr>
          <a:xfrm>
            <a:off x="3818467" y="4690533"/>
            <a:ext cx="1507065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23D070-A968-E435-522A-02C2B458E9F6}"/>
              </a:ext>
            </a:extLst>
          </p:cNvPr>
          <p:cNvSpPr/>
          <p:nvPr/>
        </p:nvSpPr>
        <p:spPr>
          <a:xfrm>
            <a:off x="3818467" y="4055533"/>
            <a:ext cx="1507065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B35468-9FBA-C644-901A-7FE9D88A29E0}"/>
              </a:ext>
            </a:extLst>
          </p:cNvPr>
          <p:cNvSpPr/>
          <p:nvPr/>
        </p:nvSpPr>
        <p:spPr>
          <a:xfrm>
            <a:off x="1617133" y="4055533"/>
            <a:ext cx="2201333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E26F10-7B3C-B58D-56A2-2B4FC87DD088}"/>
              </a:ext>
            </a:extLst>
          </p:cNvPr>
          <p:cNvSpPr/>
          <p:nvPr/>
        </p:nvSpPr>
        <p:spPr>
          <a:xfrm>
            <a:off x="1617132" y="4690533"/>
            <a:ext cx="2201333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508B07-D196-4415-BAA0-6FB6F58F5BBF}"/>
              </a:ext>
            </a:extLst>
          </p:cNvPr>
          <p:cNvSpPr/>
          <p:nvPr/>
        </p:nvSpPr>
        <p:spPr>
          <a:xfrm>
            <a:off x="84668" y="4690533"/>
            <a:ext cx="1532464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E0A68C-AF3E-C26F-4F22-3FF3BB64E458}"/>
              </a:ext>
            </a:extLst>
          </p:cNvPr>
          <p:cNvSpPr/>
          <p:nvPr/>
        </p:nvSpPr>
        <p:spPr>
          <a:xfrm>
            <a:off x="84668" y="4055533"/>
            <a:ext cx="1532464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113D7D-DAC4-912E-111B-3CB25BEA8931}"/>
              </a:ext>
            </a:extLst>
          </p:cNvPr>
          <p:cNvSpPr/>
          <p:nvPr/>
        </p:nvSpPr>
        <p:spPr>
          <a:xfrm>
            <a:off x="8077200" y="1049867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9D4B5B-12EB-D8B1-6A3D-7BD292CD790B}"/>
              </a:ext>
            </a:extLst>
          </p:cNvPr>
          <p:cNvSpPr/>
          <p:nvPr/>
        </p:nvSpPr>
        <p:spPr>
          <a:xfrm>
            <a:off x="8077200" y="1600200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C2D6B1-181A-9C3A-F3FE-5B3FE18DAC52}"/>
              </a:ext>
            </a:extLst>
          </p:cNvPr>
          <p:cNvSpPr/>
          <p:nvPr/>
        </p:nvSpPr>
        <p:spPr>
          <a:xfrm>
            <a:off x="8077200" y="2150533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8458AD-EFEE-9E3D-FB15-720F7ADD3F4F}"/>
              </a:ext>
            </a:extLst>
          </p:cNvPr>
          <p:cNvSpPr/>
          <p:nvPr/>
        </p:nvSpPr>
        <p:spPr>
          <a:xfrm>
            <a:off x="8077200" y="2700866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30CB65-CCF0-8040-BBAC-4E1E8949B74E}"/>
              </a:ext>
            </a:extLst>
          </p:cNvPr>
          <p:cNvSpPr/>
          <p:nvPr/>
        </p:nvSpPr>
        <p:spPr>
          <a:xfrm>
            <a:off x="233616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6C71AE1-289F-474C-A43A-6D301F6681C3}"/>
              </a:ext>
            </a:extLst>
          </p:cNvPr>
          <p:cNvSpPr/>
          <p:nvPr/>
        </p:nvSpPr>
        <p:spPr>
          <a:xfrm>
            <a:off x="233616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99F61C-A297-F4F6-7663-C20E5C1BB836}"/>
              </a:ext>
            </a:extLst>
          </p:cNvPr>
          <p:cNvSpPr/>
          <p:nvPr/>
        </p:nvSpPr>
        <p:spPr>
          <a:xfrm>
            <a:off x="244856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004A43-C77E-01ED-DDAA-19C8B942DF49}"/>
              </a:ext>
            </a:extLst>
          </p:cNvPr>
          <p:cNvSpPr/>
          <p:nvPr/>
        </p:nvSpPr>
        <p:spPr>
          <a:xfrm>
            <a:off x="244856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614B17-3743-CC3A-91C1-167F62B6CDFF}"/>
              </a:ext>
            </a:extLst>
          </p:cNvPr>
          <p:cNvSpPr/>
          <p:nvPr/>
        </p:nvSpPr>
        <p:spPr>
          <a:xfrm>
            <a:off x="256095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34D7BAD-036E-30D8-2570-03DC3F167E81}"/>
              </a:ext>
            </a:extLst>
          </p:cNvPr>
          <p:cNvSpPr/>
          <p:nvPr/>
        </p:nvSpPr>
        <p:spPr>
          <a:xfrm>
            <a:off x="256095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78F918-30C2-4EF3-4840-78FF77AA77B3}"/>
              </a:ext>
            </a:extLst>
          </p:cNvPr>
          <p:cNvSpPr/>
          <p:nvPr/>
        </p:nvSpPr>
        <p:spPr>
          <a:xfrm>
            <a:off x="267335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5CC4885-840E-0112-6F48-386A8BB920CA}"/>
              </a:ext>
            </a:extLst>
          </p:cNvPr>
          <p:cNvSpPr/>
          <p:nvPr/>
        </p:nvSpPr>
        <p:spPr>
          <a:xfrm>
            <a:off x="267335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A0E2AB-9C58-D0A1-C0F3-0A523F618637}"/>
              </a:ext>
            </a:extLst>
          </p:cNvPr>
          <p:cNvSpPr/>
          <p:nvPr/>
        </p:nvSpPr>
        <p:spPr>
          <a:xfrm>
            <a:off x="291084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72D2F57-2548-750F-7258-EBED63751D48}"/>
              </a:ext>
            </a:extLst>
          </p:cNvPr>
          <p:cNvSpPr/>
          <p:nvPr/>
        </p:nvSpPr>
        <p:spPr>
          <a:xfrm>
            <a:off x="291084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B12BA78-B725-1020-2779-86344BE0D27E}"/>
              </a:ext>
            </a:extLst>
          </p:cNvPr>
          <p:cNvSpPr/>
          <p:nvPr/>
        </p:nvSpPr>
        <p:spPr>
          <a:xfrm>
            <a:off x="302323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635B1E-D08F-692E-CBA0-325E3640F358}"/>
              </a:ext>
            </a:extLst>
          </p:cNvPr>
          <p:cNvSpPr/>
          <p:nvPr/>
        </p:nvSpPr>
        <p:spPr>
          <a:xfrm>
            <a:off x="302323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4424A4-708F-AF9B-6103-6D4E3FA5F45A}"/>
              </a:ext>
            </a:extLst>
          </p:cNvPr>
          <p:cNvSpPr/>
          <p:nvPr/>
        </p:nvSpPr>
        <p:spPr>
          <a:xfrm>
            <a:off x="313563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7CFE80E-BCD2-11FB-8AC1-A54398DC52FE}"/>
              </a:ext>
            </a:extLst>
          </p:cNvPr>
          <p:cNvSpPr/>
          <p:nvPr/>
        </p:nvSpPr>
        <p:spPr>
          <a:xfrm>
            <a:off x="313563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0D95C4-499B-7A92-9907-305390FEBF03}"/>
              </a:ext>
            </a:extLst>
          </p:cNvPr>
          <p:cNvSpPr/>
          <p:nvPr/>
        </p:nvSpPr>
        <p:spPr>
          <a:xfrm>
            <a:off x="324802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B3FFC70-96E8-7C1E-02B0-3D0171211C71}"/>
              </a:ext>
            </a:extLst>
          </p:cNvPr>
          <p:cNvSpPr/>
          <p:nvPr/>
        </p:nvSpPr>
        <p:spPr>
          <a:xfrm>
            <a:off x="324802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5D61FA-60BB-2B9A-94CB-5F410B334E19}"/>
              </a:ext>
            </a:extLst>
          </p:cNvPr>
          <p:cNvSpPr/>
          <p:nvPr/>
        </p:nvSpPr>
        <p:spPr>
          <a:xfrm>
            <a:off x="348297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9CB3338-845C-C452-EE94-2AA3A3659D46}"/>
              </a:ext>
            </a:extLst>
          </p:cNvPr>
          <p:cNvSpPr/>
          <p:nvPr/>
        </p:nvSpPr>
        <p:spPr>
          <a:xfrm>
            <a:off x="348297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C3449EE-82E2-A600-37E7-0B61926FB591}"/>
              </a:ext>
            </a:extLst>
          </p:cNvPr>
          <p:cNvSpPr/>
          <p:nvPr/>
        </p:nvSpPr>
        <p:spPr>
          <a:xfrm>
            <a:off x="359537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C13EB9-8EB5-2022-09CC-B2AE49252424}"/>
              </a:ext>
            </a:extLst>
          </p:cNvPr>
          <p:cNvSpPr/>
          <p:nvPr/>
        </p:nvSpPr>
        <p:spPr>
          <a:xfrm>
            <a:off x="359537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617165-901D-EDE6-ADA2-285582857C0D}"/>
              </a:ext>
            </a:extLst>
          </p:cNvPr>
          <p:cNvSpPr/>
          <p:nvPr/>
        </p:nvSpPr>
        <p:spPr>
          <a:xfrm>
            <a:off x="370776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EF0CFD1-34BE-0DD2-660B-E2100726CB00}"/>
              </a:ext>
            </a:extLst>
          </p:cNvPr>
          <p:cNvSpPr/>
          <p:nvPr/>
        </p:nvSpPr>
        <p:spPr>
          <a:xfrm>
            <a:off x="370776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E120373-4C01-2753-EA4F-EBA5559DB1BC}"/>
              </a:ext>
            </a:extLst>
          </p:cNvPr>
          <p:cNvSpPr/>
          <p:nvPr/>
        </p:nvSpPr>
        <p:spPr>
          <a:xfrm>
            <a:off x="382016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1A5E590-6018-6E9C-69FE-1FEFE913CDBD}"/>
              </a:ext>
            </a:extLst>
          </p:cNvPr>
          <p:cNvSpPr/>
          <p:nvPr/>
        </p:nvSpPr>
        <p:spPr>
          <a:xfrm>
            <a:off x="382016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5E86C50-70D4-DCEF-BE8F-C4E511AF0035}"/>
              </a:ext>
            </a:extLst>
          </p:cNvPr>
          <p:cNvSpPr/>
          <p:nvPr/>
        </p:nvSpPr>
        <p:spPr>
          <a:xfrm>
            <a:off x="4048442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57FD4BB-C624-6BA5-D8EF-8E27BCAEACB8}"/>
              </a:ext>
            </a:extLst>
          </p:cNvPr>
          <p:cNvSpPr/>
          <p:nvPr/>
        </p:nvSpPr>
        <p:spPr>
          <a:xfrm>
            <a:off x="4048442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44A97DE-6115-2DF3-C1B7-8478469E84DC}"/>
              </a:ext>
            </a:extLst>
          </p:cNvPr>
          <p:cNvSpPr/>
          <p:nvPr/>
        </p:nvSpPr>
        <p:spPr>
          <a:xfrm>
            <a:off x="4160837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5726456-CE8C-339B-2A41-DE76C52FF0E8}"/>
              </a:ext>
            </a:extLst>
          </p:cNvPr>
          <p:cNvSpPr/>
          <p:nvPr/>
        </p:nvSpPr>
        <p:spPr>
          <a:xfrm>
            <a:off x="4160837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D64A5B2-A57A-E7FE-E9F2-F67467D6CC85}"/>
              </a:ext>
            </a:extLst>
          </p:cNvPr>
          <p:cNvSpPr/>
          <p:nvPr/>
        </p:nvSpPr>
        <p:spPr>
          <a:xfrm>
            <a:off x="4273232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4284B0-BEE9-CC1E-A5A5-EA6A81734BD8}"/>
              </a:ext>
            </a:extLst>
          </p:cNvPr>
          <p:cNvSpPr/>
          <p:nvPr/>
        </p:nvSpPr>
        <p:spPr>
          <a:xfrm>
            <a:off x="4273232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0CD179A-5502-90D7-8AC9-5D40341B7C4A}"/>
              </a:ext>
            </a:extLst>
          </p:cNvPr>
          <p:cNvSpPr/>
          <p:nvPr/>
        </p:nvSpPr>
        <p:spPr>
          <a:xfrm>
            <a:off x="4385627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0A1A729-4B9C-3525-7653-67E8A392654A}"/>
              </a:ext>
            </a:extLst>
          </p:cNvPr>
          <p:cNvSpPr/>
          <p:nvPr/>
        </p:nvSpPr>
        <p:spPr>
          <a:xfrm>
            <a:off x="4385627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2CED353-E070-205D-756D-91A006241F4B}"/>
              </a:ext>
            </a:extLst>
          </p:cNvPr>
          <p:cNvSpPr/>
          <p:nvPr/>
        </p:nvSpPr>
        <p:spPr>
          <a:xfrm>
            <a:off x="462216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87D2CA7-0BEF-E73D-404A-55586E0A4DB7}"/>
              </a:ext>
            </a:extLst>
          </p:cNvPr>
          <p:cNvSpPr/>
          <p:nvPr/>
        </p:nvSpPr>
        <p:spPr>
          <a:xfrm>
            <a:off x="462216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E187D1-C94C-4E2A-DA2A-7FC33D1CCEDF}"/>
              </a:ext>
            </a:extLst>
          </p:cNvPr>
          <p:cNvSpPr/>
          <p:nvPr/>
        </p:nvSpPr>
        <p:spPr>
          <a:xfrm>
            <a:off x="473456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A9CDD14-728A-6C87-8144-4880AEA6044D}"/>
              </a:ext>
            </a:extLst>
          </p:cNvPr>
          <p:cNvSpPr/>
          <p:nvPr/>
        </p:nvSpPr>
        <p:spPr>
          <a:xfrm>
            <a:off x="473456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9E0B26F-1116-AEEF-0046-015156635341}"/>
              </a:ext>
            </a:extLst>
          </p:cNvPr>
          <p:cNvSpPr/>
          <p:nvPr/>
        </p:nvSpPr>
        <p:spPr>
          <a:xfrm>
            <a:off x="484695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1FFFF3D-3F13-10CD-B662-55B70C0F8EC9}"/>
              </a:ext>
            </a:extLst>
          </p:cNvPr>
          <p:cNvSpPr/>
          <p:nvPr/>
        </p:nvSpPr>
        <p:spPr>
          <a:xfrm>
            <a:off x="484695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0589E34-8C42-4409-F073-ADC83B35C066}"/>
              </a:ext>
            </a:extLst>
          </p:cNvPr>
          <p:cNvSpPr/>
          <p:nvPr/>
        </p:nvSpPr>
        <p:spPr>
          <a:xfrm>
            <a:off x="495935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4A5F7A2-8BBF-69D8-A4F4-B0C8F228D24E}"/>
              </a:ext>
            </a:extLst>
          </p:cNvPr>
          <p:cNvSpPr/>
          <p:nvPr/>
        </p:nvSpPr>
        <p:spPr>
          <a:xfrm>
            <a:off x="495935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06C57D3-FC61-3495-E9A1-80F9C50525C8}"/>
              </a:ext>
            </a:extLst>
          </p:cNvPr>
          <p:cNvSpPr/>
          <p:nvPr/>
        </p:nvSpPr>
        <p:spPr>
          <a:xfrm>
            <a:off x="519525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C1F3C27-3524-297B-134A-CAF22D8EA49E}"/>
              </a:ext>
            </a:extLst>
          </p:cNvPr>
          <p:cNvSpPr/>
          <p:nvPr/>
        </p:nvSpPr>
        <p:spPr>
          <a:xfrm>
            <a:off x="519525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07A8395-B6DA-723E-2909-57A4DB5D649B}"/>
              </a:ext>
            </a:extLst>
          </p:cNvPr>
          <p:cNvSpPr/>
          <p:nvPr/>
        </p:nvSpPr>
        <p:spPr>
          <a:xfrm>
            <a:off x="530764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A6ECE8B-8686-727C-00D4-77CFD4150909}"/>
              </a:ext>
            </a:extLst>
          </p:cNvPr>
          <p:cNvSpPr/>
          <p:nvPr/>
        </p:nvSpPr>
        <p:spPr>
          <a:xfrm>
            <a:off x="530764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5489F3C1-44B3-1EB4-C969-E81D272C128B}"/>
              </a:ext>
            </a:extLst>
          </p:cNvPr>
          <p:cNvSpPr/>
          <p:nvPr/>
        </p:nvSpPr>
        <p:spPr>
          <a:xfrm>
            <a:off x="542004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0FA672B2-1304-CE20-325C-4B9C707A7597}"/>
              </a:ext>
            </a:extLst>
          </p:cNvPr>
          <p:cNvSpPr/>
          <p:nvPr/>
        </p:nvSpPr>
        <p:spPr>
          <a:xfrm>
            <a:off x="542004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3173EB7E-B632-DF2F-1416-15499729B5B6}"/>
              </a:ext>
            </a:extLst>
          </p:cNvPr>
          <p:cNvSpPr/>
          <p:nvPr/>
        </p:nvSpPr>
        <p:spPr>
          <a:xfrm>
            <a:off x="553243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440C1463-1A53-E020-B004-985961D15D1A}"/>
              </a:ext>
            </a:extLst>
          </p:cNvPr>
          <p:cNvSpPr/>
          <p:nvPr/>
        </p:nvSpPr>
        <p:spPr>
          <a:xfrm>
            <a:off x="553243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0" name="직사각형 1029">
            <a:extLst>
              <a:ext uri="{FF2B5EF4-FFF2-40B4-BE49-F238E27FC236}">
                <a16:creationId xmlns:a16="http://schemas.microsoft.com/office/drawing/2014/main" id="{982F9F09-F198-A3E7-6981-A9EA43AD4268}"/>
              </a:ext>
            </a:extLst>
          </p:cNvPr>
          <p:cNvSpPr/>
          <p:nvPr/>
        </p:nvSpPr>
        <p:spPr>
          <a:xfrm>
            <a:off x="576389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B875E8E3-48F2-213E-7B26-210F588B87F0}"/>
              </a:ext>
            </a:extLst>
          </p:cNvPr>
          <p:cNvSpPr/>
          <p:nvPr/>
        </p:nvSpPr>
        <p:spPr>
          <a:xfrm>
            <a:off x="576389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2" name="직사각형 1031">
            <a:extLst>
              <a:ext uri="{FF2B5EF4-FFF2-40B4-BE49-F238E27FC236}">
                <a16:creationId xmlns:a16="http://schemas.microsoft.com/office/drawing/2014/main" id="{4A7E307D-16BD-720C-1549-9BDDF99774DB}"/>
              </a:ext>
            </a:extLst>
          </p:cNvPr>
          <p:cNvSpPr/>
          <p:nvPr/>
        </p:nvSpPr>
        <p:spPr>
          <a:xfrm>
            <a:off x="587629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2C3DEDBC-D4C7-2F4D-9E15-21132CF4090A}"/>
              </a:ext>
            </a:extLst>
          </p:cNvPr>
          <p:cNvSpPr/>
          <p:nvPr/>
        </p:nvSpPr>
        <p:spPr>
          <a:xfrm>
            <a:off x="587629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2B962924-46E3-F39B-694D-2E593274E9DC}"/>
              </a:ext>
            </a:extLst>
          </p:cNvPr>
          <p:cNvSpPr/>
          <p:nvPr/>
        </p:nvSpPr>
        <p:spPr>
          <a:xfrm>
            <a:off x="598868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5" name="직사각형 1034">
            <a:extLst>
              <a:ext uri="{FF2B5EF4-FFF2-40B4-BE49-F238E27FC236}">
                <a16:creationId xmlns:a16="http://schemas.microsoft.com/office/drawing/2014/main" id="{BA5B60D3-A550-C8BD-1F9A-6342F8FF9598}"/>
              </a:ext>
            </a:extLst>
          </p:cNvPr>
          <p:cNvSpPr/>
          <p:nvPr/>
        </p:nvSpPr>
        <p:spPr>
          <a:xfrm>
            <a:off x="598868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30BC06E7-A94D-F14B-EBCC-6C917A3D994C}"/>
              </a:ext>
            </a:extLst>
          </p:cNvPr>
          <p:cNvSpPr/>
          <p:nvPr/>
        </p:nvSpPr>
        <p:spPr>
          <a:xfrm>
            <a:off x="610108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C149AC65-43E0-3E70-C148-624CE6A88207}"/>
              </a:ext>
            </a:extLst>
          </p:cNvPr>
          <p:cNvSpPr/>
          <p:nvPr/>
        </p:nvSpPr>
        <p:spPr>
          <a:xfrm>
            <a:off x="610108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6A4EA3E8-09E7-66EF-BED3-0ED565AA0E42}"/>
              </a:ext>
            </a:extLst>
          </p:cNvPr>
          <p:cNvSpPr/>
          <p:nvPr/>
        </p:nvSpPr>
        <p:spPr>
          <a:xfrm>
            <a:off x="633603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81EE52E4-69EA-5316-D2E9-0CE632578DBC}"/>
              </a:ext>
            </a:extLst>
          </p:cNvPr>
          <p:cNvSpPr/>
          <p:nvPr/>
        </p:nvSpPr>
        <p:spPr>
          <a:xfrm>
            <a:off x="633603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332EBEBE-A121-DF0F-A336-5EF18E721A13}"/>
              </a:ext>
            </a:extLst>
          </p:cNvPr>
          <p:cNvSpPr/>
          <p:nvPr/>
        </p:nvSpPr>
        <p:spPr>
          <a:xfrm>
            <a:off x="644842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2ED1CB67-B1D5-A20D-951C-F20C118E83DE}"/>
              </a:ext>
            </a:extLst>
          </p:cNvPr>
          <p:cNvSpPr/>
          <p:nvPr/>
        </p:nvSpPr>
        <p:spPr>
          <a:xfrm>
            <a:off x="644842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7057B6B8-B97E-A131-F94F-68190B683C5E}"/>
              </a:ext>
            </a:extLst>
          </p:cNvPr>
          <p:cNvSpPr/>
          <p:nvPr/>
        </p:nvSpPr>
        <p:spPr>
          <a:xfrm>
            <a:off x="656082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0FCA8690-2894-16E8-8B2C-71AD87B56A32}"/>
              </a:ext>
            </a:extLst>
          </p:cNvPr>
          <p:cNvSpPr/>
          <p:nvPr/>
        </p:nvSpPr>
        <p:spPr>
          <a:xfrm>
            <a:off x="656082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F1B67EE0-50F1-3CED-94F9-3C249686F32F}"/>
              </a:ext>
            </a:extLst>
          </p:cNvPr>
          <p:cNvSpPr/>
          <p:nvPr/>
        </p:nvSpPr>
        <p:spPr>
          <a:xfrm>
            <a:off x="667321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F06933F6-FA24-DE3D-0413-67EAD85EA484}"/>
              </a:ext>
            </a:extLst>
          </p:cNvPr>
          <p:cNvSpPr/>
          <p:nvPr/>
        </p:nvSpPr>
        <p:spPr>
          <a:xfrm>
            <a:off x="667321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6" name="직사각형 1045">
            <a:extLst>
              <a:ext uri="{FF2B5EF4-FFF2-40B4-BE49-F238E27FC236}">
                <a16:creationId xmlns:a16="http://schemas.microsoft.com/office/drawing/2014/main" id="{F9ECD9F6-DBC4-B2A2-4261-00F0F897EA94}"/>
              </a:ext>
            </a:extLst>
          </p:cNvPr>
          <p:cNvSpPr/>
          <p:nvPr/>
        </p:nvSpPr>
        <p:spPr>
          <a:xfrm>
            <a:off x="690562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2A55A462-D095-808D-9F2C-418432B75937}"/>
              </a:ext>
            </a:extLst>
          </p:cNvPr>
          <p:cNvSpPr/>
          <p:nvPr/>
        </p:nvSpPr>
        <p:spPr>
          <a:xfrm>
            <a:off x="690562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8" name="직사각형 1047">
            <a:extLst>
              <a:ext uri="{FF2B5EF4-FFF2-40B4-BE49-F238E27FC236}">
                <a16:creationId xmlns:a16="http://schemas.microsoft.com/office/drawing/2014/main" id="{B57CAD7D-763C-A259-3865-B2C064E2C7F6}"/>
              </a:ext>
            </a:extLst>
          </p:cNvPr>
          <p:cNvSpPr/>
          <p:nvPr/>
        </p:nvSpPr>
        <p:spPr>
          <a:xfrm>
            <a:off x="701802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9" name="직사각형 1048">
            <a:extLst>
              <a:ext uri="{FF2B5EF4-FFF2-40B4-BE49-F238E27FC236}">
                <a16:creationId xmlns:a16="http://schemas.microsoft.com/office/drawing/2014/main" id="{EA54D4EF-95A8-B11C-D1EA-EAA8029E58D6}"/>
              </a:ext>
            </a:extLst>
          </p:cNvPr>
          <p:cNvSpPr/>
          <p:nvPr/>
        </p:nvSpPr>
        <p:spPr>
          <a:xfrm>
            <a:off x="701802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0" name="직사각형 1049">
            <a:extLst>
              <a:ext uri="{FF2B5EF4-FFF2-40B4-BE49-F238E27FC236}">
                <a16:creationId xmlns:a16="http://schemas.microsoft.com/office/drawing/2014/main" id="{C8B1DD2A-DBDD-A3D1-34B0-3C85CC8E8DFC}"/>
              </a:ext>
            </a:extLst>
          </p:cNvPr>
          <p:cNvSpPr/>
          <p:nvPr/>
        </p:nvSpPr>
        <p:spPr>
          <a:xfrm>
            <a:off x="713041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A3361FE4-5DE2-CFF7-B217-FD1336FA53D2}"/>
              </a:ext>
            </a:extLst>
          </p:cNvPr>
          <p:cNvSpPr/>
          <p:nvPr/>
        </p:nvSpPr>
        <p:spPr>
          <a:xfrm>
            <a:off x="713041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5B2C1E97-83ED-7C2D-4E62-36C6FB89A7B1}"/>
              </a:ext>
            </a:extLst>
          </p:cNvPr>
          <p:cNvSpPr/>
          <p:nvPr/>
        </p:nvSpPr>
        <p:spPr>
          <a:xfrm>
            <a:off x="724281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FFC19D16-A7A1-CA8A-7FE6-E08C0C2739D4}"/>
              </a:ext>
            </a:extLst>
          </p:cNvPr>
          <p:cNvSpPr/>
          <p:nvPr/>
        </p:nvSpPr>
        <p:spPr>
          <a:xfrm>
            <a:off x="724281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C30FC065-94C6-59D8-0CBA-1354ACF3BAFD}"/>
              </a:ext>
            </a:extLst>
          </p:cNvPr>
          <p:cNvSpPr/>
          <p:nvPr/>
        </p:nvSpPr>
        <p:spPr>
          <a:xfrm>
            <a:off x="748125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BEA434FA-5CAB-6D8A-8E11-5D487F9118A0}"/>
              </a:ext>
            </a:extLst>
          </p:cNvPr>
          <p:cNvSpPr/>
          <p:nvPr/>
        </p:nvSpPr>
        <p:spPr>
          <a:xfrm>
            <a:off x="748125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6" name="직사각형 1055">
            <a:extLst>
              <a:ext uri="{FF2B5EF4-FFF2-40B4-BE49-F238E27FC236}">
                <a16:creationId xmlns:a16="http://schemas.microsoft.com/office/drawing/2014/main" id="{1D36C80D-0150-A2C6-CC56-73B15459E651}"/>
              </a:ext>
            </a:extLst>
          </p:cNvPr>
          <p:cNvSpPr/>
          <p:nvPr/>
        </p:nvSpPr>
        <p:spPr>
          <a:xfrm>
            <a:off x="759364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715808B9-70C0-51EC-9269-474D17F9F136}"/>
              </a:ext>
            </a:extLst>
          </p:cNvPr>
          <p:cNvSpPr/>
          <p:nvPr/>
        </p:nvSpPr>
        <p:spPr>
          <a:xfrm>
            <a:off x="759364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09490E4A-96C8-FB45-BC49-D4957C1E5B1C}"/>
              </a:ext>
            </a:extLst>
          </p:cNvPr>
          <p:cNvSpPr/>
          <p:nvPr/>
        </p:nvSpPr>
        <p:spPr>
          <a:xfrm>
            <a:off x="770604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1DDA724E-F382-F686-1806-EEAA19662A03}"/>
              </a:ext>
            </a:extLst>
          </p:cNvPr>
          <p:cNvSpPr/>
          <p:nvPr/>
        </p:nvSpPr>
        <p:spPr>
          <a:xfrm>
            <a:off x="770604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0" name="직사각형 1059">
            <a:extLst>
              <a:ext uri="{FF2B5EF4-FFF2-40B4-BE49-F238E27FC236}">
                <a16:creationId xmlns:a16="http://schemas.microsoft.com/office/drawing/2014/main" id="{1192EC4B-A0FC-95F9-AB2A-7DB87D9AB72F}"/>
              </a:ext>
            </a:extLst>
          </p:cNvPr>
          <p:cNvSpPr/>
          <p:nvPr/>
        </p:nvSpPr>
        <p:spPr>
          <a:xfrm>
            <a:off x="781843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1" name="직사각형 1060">
            <a:extLst>
              <a:ext uri="{FF2B5EF4-FFF2-40B4-BE49-F238E27FC236}">
                <a16:creationId xmlns:a16="http://schemas.microsoft.com/office/drawing/2014/main" id="{651CBAA4-2528-427D-DB6C-14D0F8BFBE53}"/>
              </a:ext>
            </a:extLst>
          </p:cNvPr>
          <p:cNvSpPr/>
          <p:nvPr/>
        </p:nvSpPr>
        <p:spPr>
          <a:xfrm>
            <a:off x="781843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2" name="타원 1061">
            <a:extLst>
              <a:ext uri="{FF2B5EF4-FFF2-40B4-BE49-F238E27FC236}">
                <a16:creationId xmlns:a16="http://schemas.microsoft.com/office/drawing/2014/main" id="{9BC7F053-D500-0A51-F5A1-5F31BA54B278}"/>
              </a:ext>
            </a:extLst>
          </p:cNvPr>
          <p:cNvSpPr/>
          <p:nvPr/>
        </p:nvSpPr>
        <p:spPr>
          <a:xfrm>
            <a:off x="2910841" y="2511851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5" name="타원 1064">
            <a:extLst>
              <a:ext uri="{FF2B5EF4-FFF2-40B4-BE49-F238E27FC236}">
                <a16:creationId xmlns:a16="http://schemas.microsoft.com/office/drawing/2014/main" id="{0B676934-272A-6AA7-6B58-4970C8237316}"/>
              </a:ext>
            </a:extLst>
          </p:cNvPr>
          <p:cNvSpPr/>
          <p:nvPr/>
        </p:nvSpPr>
        <p:spPr>
          <a:xfrm>
            <a:off x="3482975" y="2510792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3" name="타원 1112">
            <a:extLst>
              <a:ext uri="{FF2B5EF4-FFF2-40B4-BE49-F238E27FC236}">
                <a16:creationId xmlns:a16="http://schemas.microsoft.com/office/drawing/2014/main" id="{F7DFAE2B-A782-C345-A834-307E6EB4DBED}"/>
              </a:ext>
            </a:extLst>
          </p:cNvPr>
          <p:cNvSpPr/>
          <p:nvPr/>
        </p:nvSpPr>
        <p:spPr>
          <a:xfrm>
            <a:off x="4622165" y="2517144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6" name="타원 1115">
            <a:extLst>
              <a:ext uri="{FF2B5EF4-FFF2-40B4-BE49-F238E27FC236}">
                <a16:creationId xmlns:a16="http://schemas.microsoft.com/office/drawing/2014/main" id="{17395BFA-C0C0-AC20-8D83-32597024EE9C}"/>
              </a:ext>
            </a:extLst>
          </p:cNvPr>
          <p:cNvSpPr/>
          <p:nvPr/>
        </p:nvSpPr>
        <p:spPr>
          <a:xfrm>
            <a:off x="6336030" y="2518412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7" name="타원 1116">
            <a:extLst>
              <a:ext uri="{FF2B5EF4-FFF2-40B4-BE49-F238E27FC236}">
                <a16:creationId xmlns:a16="http://schemas.microsoft.com/office/drawing/2014/main" id="{CA89B6C8-6635-4C6F-3B83-6FCB35B92973}"/>
              </a:ext>
            </a:extLst>
          </p:cNvPr>
          <p:cNvSpPr/>
          <p:nvPr/>
        </p:nvSpPr>
        <p:spPr>
          <a:xfrm>
            <a:off x="6908164" y="2517353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0" name="직선 연결선 1119">
            <a:extLst>
              <a:ext uri="{FF2B5EF4-FFF2-40B4-BE49-F238E27FC236}">
                <a16:creationId xmlns:a16="http://schemas.microsoft.com/office/drawing/2014/main" id="{6DC0B969-C2FD-CC33-3F3A-2583FD094B3B}"/>
              </a:ext>
            </a:extLst>
          </p:cNvPr>
          <p:cNvCxnSpPr>
            <a:cxnSpLocks/>
          </p:cNvCxnSpPr>
          <p:nvPr/>
        </p:nvCxnSpPr>
        <p:spPr>
          <a:xfrm>
            <a:off x="0" y="1383792"/>
            <a:ext cx="193243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3" name="직사각형 1122">
            <a:extLst>
              <a:ext uri="{FF2B5EF4-FFF2-40B4-BE49-F238E27FC236}">
                <a16:creationId xmlns:a16="http://schemas.microsoft.com/office/drawing/2014/main" id="{82161AFB-3533-9632-9596-73071CAF60C6}"/>
              </a:ext>
            </a:extLst>
          </p:cNvPr>
          <p:cNvSpPr/>
          <p:nvPr/>
        </p:nvSpPr>
        <p:spPr>
          <a:xfrm rot="2700000">
            <a:off x="4657281" y="1072236"/>
            <a:ext cx="108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4" name="직사각형 1123">
            <a:extLst>
              <a:ext uri="{FF2B5EF4-FFF2-40B4-BE49-F238E27FC236}">
                <a16:creationId xmlns:a16="http://schemas.microsoft.com/office/drawing/2014/main" id="{3CE7690D-CF13-4192-A328-049292B409E3}"/>
              </a:ext>
            </a:extLst>
          </p:cNvPr>
          <p:cNvSpPr/>
          <p:nvPr/>
        </p:nvSpPr>
        <p:spPr>
          <a:xfrm rot="2700000">
            <a:off x="4956049" y="1073268"/>
            <a:ext cx="108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89C2FC6E-D98E-F7F3-40E0-0906E4E189BF}"/>
              </a:ext>
            </a:extLst>
          </p:cNvPr>
          <p:cNvSpPr/>
          <p:nvPr/>
        </p:nvSpPr>
        <p:spPr>
          <a:xfrm rot="2700000">
            <a:off x="3512640" y="1072235"/>
            <a:ext cx="108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7" name="직사각형 1126">
            <a:extLst>
              <a:ext uri="{FF2B5EF4-FFF2-40B4-BE49-F238E27FC236}">
                <a16:creationId xmlns:a16="http://schemas.microsoft.com/office/drawing/2014/main" id="{00EB1666-1A66-3217-70D1-3238481C4A02}"/>
              </a:ext>
            </a:extLst>
          </p:cNvPr>
          <p:cNvSpPr/>
          <p:nvPr/>
        </p:nvSpPr>
        <p:spPr>
          <a:xfrm rot="2700000">
            <a:off x="3811408" y="1073267"/>
            <a:ext cx="108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9" name="직사각형 1128">
            <a:extLst>
              <a:ext uri="{FF2B5EF4-FFF2-40B4-BE49-F238E27FC236}">
                <a16:creationId xmlns:a16="http://schemas.microsoft.com/office/drawing/2014/main" id="{17A03C26-99A4-73A2-9DAA-E71BC03D5C19}"/>
              </a:ext>
            </a:extLst>
          </p:cNvPr>
          <p:cNvSpPr/>
          <p:nvPr/>
        </p:nvSpPr>
        <p:spPr>
          <a:xfrm rot="2700000">
            <a:off x="6939472" y="1075077"/>
            <a:ext cx="108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0" name="직사각형 1129">
            <a:extLst>
              <a:ext uri="{FF2B5EF4-FFF2-40B4-BE49-F238E27FC236}">
                <a16:creationId xmlns:a16="http://schemas.microsoft.com/office/drawing/2014/main" id="{50BE2985-389A-BB2B-6D91-0102C867ECEE}"/>
              </a:ext>
            </a:extLst>
          </p:cNvPr>
          <p:cNvSpPr/>
          <p:nvPr/>
        </p:nvSpPr>
        <p:spPr>
          <a:xfrm rot="2700000">
            <a:off x="7238240" y="1076109"/>
            <a:ext cx="108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8" name="직선 연결선 1137">
            <a:extLst>
              <a:ext uri="{FF2B5EF4-FFF2-40B4-BE49-F238E27FC236}">
                <a16:creationId xmlns:a16="http://schemas.microsoft.com/office/drawing/2014/main" id="{D081A0F9-5B27-23B3-80A9-5B3F730C9B2B}"/>
              </a:ext>
            </a:extLst>
          </p:cNvPr>
          <p:cNvCxnSpPr/>
          <p:nvPr/>
        </p:nvCxnSpPr>
        <p:spPr>
          <a:xfrm flipH="1">
            <a:off x="1920240" y="550332"/>
            <a:ext cx="753110" cy="4830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직선 연결선 1138">
            <a:extLst>
              <a:ext uri="{FF2B5EF4-FFF2-40B4-BE49-F238E27FC236}">
                <a16:creationId xmlns:a16="http://schemas.microsoft.com/office/drawing/2014/main" id="{F3A55DBD-A42F-3500-A565-E33DA34AA677}"/>
              </a:ext>
            </a:extLst>
          </p:cNvPr>
          <p:cNvCxnSpPr/>
          <p:nvPr/>
        </p:nvCxnSpPr>
        <p:spPr>
          <a:xfrm flipH="1">
            <a:off x="6504622" y="553083"/>
            <a:ext cx="753110" cy="4830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4" name="직사각형 1143">
            <a:extLst>
              <a:ext uri="{FF2B5EF4-FFF2-40B4-BE49-F238E27FC236}">
                <a16:creationId xmlns:a16="http://schemas.microsoft.com/office/drawing/2014/main" id="{A5F3922A-864F-A257-AFBE-3A159A7639B1}"/>
              </a:ext>
            </a:extLst>
          </p:cNvPr>
          <p:cNvSpPr/>
          <p:nvPr/>
        </p:nvSpPr>
        <p:spPr>
          <a:xfrm>
            <a:off x="8107045" y="1624110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7" name="직사각형 1146">
            <a:extLst>
              <a:ext uri="{FF2B5EF4-FFF2-40B4-BE49-F238E27FC236}">
                <a16:creationId xmlns:a16="http://schemas.microsoft.com/office/drawing/2014/main" id="{B88971B9-A697-8E0C-37FE-64A6776AF156}"/>
              </a:ext>
            </a:extLst>
          </p:cNvPr>
          <p:cNvSpPr/>
          <p:nvPr/>
        </p:nvSpPr>
        <p:spPr>
          <a:xfrm>
            <a:off x="8106600" y="1078213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8" name="직사각형 1147">
            <a:extLst>
              <a:ext uri="{FF2B5EF4-FFF2-40B4-BE49-F238E27FC236}">
                <a16:creationId xmlns:a16="http://schemas.microsoft.com/office/drawing/2014/main" id="{0F7E8E22-4B1E-00E0-95B5-1BA7B6A8BFFF}"/>
              </a:ext>
            </a:extLst>
          </p:cNvPr>
          <p:cNvSpPr/>
          <p:nvPr/>
        </p:nvSpPr>
        <p:spPr>
          <a:xfrm>
            <a:off x="8103615" y="2731143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9" name="직사각형 1148">
            <a:extLst>
              <a:ext uri="{FF2B5EF4-FFF2-40B4-BE49-F238E27FC236}">
                <a16:creationId xmlns:a16="http://schemas.microsoft.com/office/drawing/2014/main" id="{874C739D-D40E-2291-D38A-86711AAF7B2F}"/>
              </a:ext>
            </a:extLst>
          </p:cNvPr>
          <p:cNvSpPr/>
          <p:nvPr/>
        </p:nvSpPr>
        <p:spPr>
          <a:xfrm>
            <a:off x="8103170" y="2185246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2" name="육각형 1071">
            <a:extLst>
              <a:ext uri="{FF2B5EF4-FFF2-40B4-BE49-F238E27FC236}">
                <a16:creationId xmlns:a16="http://schemas.microsoft.com/office/drawing/2014/main" id="{8C880F8B-4ADF-B490-45C2-B115F808F045}"/>
              </a:ext>
            </a:extLst>
          </p:cNvPr>
          <p:cNvSpPr/>
          <p:nvPr/>
        </p:nvSpPr>
        <p:spPr>
          <a:xfrm>
            <a:off x="2283460" y="1201420"/>
            <a:ext cx="5726005" cy="355811"/>
          </a:xfrm>
          <a:prstGeom prst="hexagon">
            <a:avLst>
              <a:gd name="adj" fmla="val 18575"/>
              <a:gd name="vf" fmla="val 11547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7" name="타원 1076">
            <a:extLst>
              <a:ext uri="{FF2B5EF4-FFF2-40B4-BE49-F238E27FC236}">
                <a16:creationId xmlns:a16="http://schemas.microsoft.com/office/drawing/2014/main" id="{4BF08371-A3AA-B38D-A804-5AFF8E362027}"/>
              </a:ext>
            </a:extLst>
          </p:cNvPr>
          <p:cNvSpPr/>
          <p:nvPr/>
        </p:nvSpPr>
        <p:spPr>
          <a:xfrm>
            <a:off x="2374265" y="1559136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8" name="타원 1077">
            <a:extLst>
              <a:ext uri="{FF2B5EF4-FFF2-40B4-BE49-F238E27FC236}">
                <a16:creationId xmlns:a16="http://schemas.microsoft.com/office/drawing/2014/main" id="{D16D544E-284E-4DCC-23A1-0C4382BA3AB8}"/>
              </a:ext>
            </a:extLst>
          </p:cNvPr>
          <p:cNvSpPr/>
          <p:nvPr/>
        </p:nvSpPr>
        <p:spPr>
          <a:xfrm>
            <a:off x="2729547" y="1559136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9" name="타원 1078">
            <a:extLst>
              <a:ext uri="{FF2B5EF4-FFF2-40B4-BE49-F238E27FC236}">
                <a16:creationId xmlns:a16="http://schemas.microsoft.com/office/drawing/2014/main" id="{93C06AD0-B62A-4413-F30B-CD5195334BEB}"/>
              </a:ext>
            </a:extLst>
          </p:cNvPr>
          <p:cNvSpPr/>
          <p:nvPr/>
        </p:nvSpPr>
        <p:spPr>
          <a:xfrm>
            <a:off x="2910840" y="1560355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0" name="타원 1079">
            <a:extLst>
              <a:ext uri="{FF2B5EF4-FFF2-40B4-BE49-F238E27FC236}">
                <a16:creationId xmlns:a16="http://schemas.microsoft.com/office/drawing/2014/main" id="{02BAA941-B41E-2113-C484-FDD2E820C2B4}"/>
              </a:ext>
            </a:extLst>
          </p:cNvPr>
          <p:cNvSpPr/>
          <p:nvPr/>
        </p:nvSpPr>
        <p:spPr>
          <a:xfrm>
            <a:off x="3289935" y="1559136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4" name="타원 1083">
            <a:extLst>
              <a:ext uri="{FF2B5EF4-FFF2-40B4-BE49-F238E27FC236}">
                <a16:creationId xmlns:a16="http://schemas.microsoft.com/office/drawing/2014/main" id="{255FFF7B-6C23-8A0E-C04C-32077CACD3E8}"/>
              </a:ext>
            </a:extLst>
          </p:cNvPr>
          <p:cNvSpPr/>
          <p:nvPr/>
        </p:nvSpPr>
        <p:spPr>
          <a:xfrm>
            <a:off x="3482975" y="1558450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5" name="타원 1084">
            <a:extLst>
              <a:ext uri="{FF2B5EF4-FFF2-40B4-BE49-F238E27FC236}">
                <a16:creationId xmlns:a16="http://schemas.microsoft.com/office/drawing/2014/main" id="{DF66028D-AC19-4F92-71C0-D24CBA0216E5}"/>
              </a:ext>
            </a:extLst>
          </p:cNvPr>
          <p:cNvSpPr/>
          <p:nvPr/>
        </p:nvSpPr>
        <p:spPr>
          <a:xfrm>
            <a:off x="3862070" y="1559136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8" name="타원 1087">
            <a:extLst>
              <a:ext uri="{FF2B5EF4-FFF2-40B4-BE49-F238E27FC236}">
                <a16:creationId xmlns:a16="http://schemas.microsoft.com/office/drawing/2014/main" id="{E769A2E8-0E3A-4A7F-4C85-552317EFD9A6}"/>
              </a:ext>
            </a:extLst>
          </p:cNvPr>
          <p:cNvSpPr/>
          <p:nvPr/>
        </p:nvSpPr>
        <p:spPr>
          <a:xfrm>
            <a:off x="4055110" y="1558450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9" name="타원 1088">
            <a:extLst>
              <a:ext uri="{FF2B5EF4-FFF2-40B4-BE49-F238E27FC236}">
                <a16:creationId xmlns:a16="http://schemas.microsoft.com/office/drawing/2014/main" id="{311805C9-A89E-5AF2-7DE5-F68A2B8AFF5D}"/>
              </a:ext>
            </a:extLst>
          </p:cNvPr>
          <p:cNvSpPr/>
          <p:nvPr/>
        </p:nvSpPr>
        <p:spPr>
          <a:xfrm>
            <a:off x="4434205" y="1559136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2" name="타원 1091">
            <a:extLst>
              <a:ext uri="{FF2B5EF4-FFF2-40B4-BE49-F238E27FC236}">
                <a16:creationId xmlns:a16="http://schemas.microsoft.com/office/drawing/2014/main" id="{5F045897-FDB8-C8A3-6301-09D5165462C4}"/>
              </a:ext>
            </a:extLst>
          </p:cNvPr>
          <p:cNvSpPr/>
          <p:nvPr/>
        </p:nvSpPr>
        <p:spPr>
          <a:xfrm>
            <a:off x="4626853" y="1558713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3" name="타원 1092">
            <a:extLst>
              <a:ext uri="{FF2B5EF4-FFF2-40B4-BE49-F238E27FC236}">
                <a16:creationId xmlns:a16="http://schemas.microsoft.com/office/drawing/2014/main" id="{43129E76-AD29-521B-A87E-FE83A707C7BA}"/>
              </a:ext>
            </a:extLst>
          </p:cNvPr>
          <p:cNvSpPr/>
          <p:nvPr/>
        </p:nvSpPr>
        <p:spPr>
          <a:xfrm>
            <a:off x="5005948" y="1557494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4" name="타원 1093">
            <a:extLst>
              <a:ext uri="{FF2B5EF4-FFF2-40B4-BE49-F238E27FC236}">
                <a16:creationId xmlns:a16="http://schemas.microsoft.com/office/drawing/2014/main" id="{B9B2B40E-6DF0-3D26-FB16-53F8E3F28D5B}"/>
              </a:ext>
            </a:extLst>
          </p:cNvPr>
          <p:cNvSpPr/>
          <p:nvPr/>
        </p:nvSpPr>
        <p:spPr>
          <a:xfrm>
            <a:off x="5198988" y="1556808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5" name="타원 1094">
            <a:extLst>
              <a:ext uri="{FF2B5EF4-FFF2-40B4-BE49-F238E27FC236}">
                <a16:creationId xmlns:a16="http://schemas.microsoft.com/office/drawing/2014/main" id="{EEEC38BB-6B13-0E34-862E-9BAFC100805C}"/>
              </a:ext>
            </a:extLst>
          </p:cNvPr>
          <p:cNvSpPr/>
          <p:nvPr/>
        </p:nvSpPr>
        <p:spPr>
          <a:xfrm>
            <a:off x="5578083" y="1557494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8" name="타원 1097">
            <a:extLst>
              <a:ext uri="{FF2B5EF4-FFF2-40B4-BE49-F238E27FC236}">
                <a16:creationId xmlns:a16="http://schemas.microsoft.com/office/drawing/2014/main" id="{D8AADE02-C940-E915-4DD5-E2B2452CE890}"/>
              </a:ext>
            </a:extLst>
          </p:cNvPr>
          <p:cNvSpPr/>
          <p:nvPr/>
        </p:nvSpPr>
        <p:spPr>
          <a:xfrm>
            <a:off x="5770617" y="1558078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9" name="타원 1098">
            <a:extLst>
              <a:ext uri="{FF2B5EF4-FFF2-40B4-BE49-F238E27FC236}">
                <a16:creationId xmlns:a16="http://schemas.microsoft.com/office/drawing/2014/main" id="{D3D90C33-3E1B-1C02-CF7D-30E7217D1C34}"/>
              </a:ext>
            </a:extLst>
          </p:cNvPr>
          <p:cNvSpPr/>
          <p:nvPr/>
        </p:nvSpPr>
        <p:spPr>
          <a:xfrm>
            <a:off x="6149712" y="1556859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2" name="타원 1101">
            <a:extLst>
              <a:ext uri="{FF2B5EF4-FFF2-40B4-BE49-F238E27FC236}">
                <a16:creationId xmlns:a16="http://schemas.microsoft.com/office/drawing/2014/main" id="{DBA02242-E645-517D-EA63-5134A6667DBD}"/>
              </a:ext>
            </a:extLst>
          </p:cNvPr>
          <p:cNvSpPr/>
          <p:nvPr/>
        </p:nvSpPr>
        <p:spPr>
          <a:xfrm>
            <a:off x="6329655" y="1556173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3" name="타원 1102">
            <a:extLst>
              <a:ext uri="{FF2B5EF4-FFF2-40B4-BE49-F238E27FC236}">
                <a16:creationId xmlns:a16="http://schemas.microsoft.com/office/drawing/2014/main" id="{DA535550-01B0-96A3-07CC-5A321B92D13E}"/>
              </a:ext>
            </a:extLst>
          </p:cNvPr>
          <p:cNvSpPr/>
          <p:nvPr/>
        </p:nvSpPr>
        <p:spPr>
          <a:xfrm>
            <a:off x="6708750" y="1554954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4" name="타원 1103">
            <a:extLst>
              <a:ext uri="{FF2B5EF4-FFF2-40B4-BE49-F238E27FC236}">
                <a16:creationId xmlns:a16="http://schemas.microsoft.com/office/drawing/2014/main" id="{981AD867-F54C-856F-F77E-BB4ADA33D2A7}"/>
              </a:ext>
            </a:extLst>
          </p:cNvPr>
          <p:cNvSpPr/>
          <p:nvPr/>
        </p:nvSpPr>
        <p:spPr>
          <a:xfrm>
            <a:off x="6901790" y="1556173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5" name="타원 1104">
            <a:extLst>
              <a:ext uri="{FF2B5EF4-FFF2-40B4-BE49-F238E27FC236}">
                <a16:creationId xmlns:a16="http://schemas.microsoft.com/office/drawing/2014/main" id="{0F9D6884-684A-897B-1A6E-5DB123138064}"/>
              </a:ext>
            </a:extLst>
          </p:cNvPr>
          <p:cNvSpPr/>
          <p:nvPr/>
        </p:nvSpPr>
        <p:spPr>
          <a:xfrm>
            <a:off x="7280885" y="1554954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6" name="타원 1105">
            <a:extLst>
              <a:ext uri="{FF2B5EF4-FFF2-40B4-BE49-F238E27FC236}">
                <a16:creationId xmlns:a16="http://schemas.microsoft.com/office/drawing/2014/main" id="{BFAEB5C2-A0B5-DCA1-B1FE-6AC489D936CA}"/>
              </a:ext>
            </a:extLst>
          </p:cNvPr>
          <p:cNvSpPr/>
          <p:nvPr/>
        </p:nvSpPr>
        <p:spPr>
          <a:xfrm>
            <a:off x="7473925" y="1554268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7" name="타원 1106">
            <a:extLst>
              <a:ext uri="{FF2B5EF4-FFF2-40B4-BE49-F238E27FC236}">
                <a16:creationId xmlns:a16="http://schemas.microsoft.com/office/drawing/2014/main" id="{82ACB7B9-6E5C-457F-96BF-E00DB787C8D4}"/>
              </a:ext>
            </a:extLst>
          </p:cNvPr>
          <p:cNvSpPr/>
          <p:nvPr/>
        </p:nvSpPr>
        <p:spPr>
          <a:xfrm>
            <a:off x="7786980" y="1554954"/>
            <a:ext cx="108000" cy="108000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02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131DB-35FB-AA12-718C-DDAD1E4B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A36D197-D954-30C7-04E6-34C50DC019DC}"/>
              </a:ext>
            </a:extLst>
          </p:cNvPr>
          <p:cNvSpPr/>
          <p:nvPr/>
        </p:nvSpPr>
        <p:spPr>
          <a:xfrm>
            <a:off x="-67734" y="550332"/>
            <a:ext cx="9279468" cy="483023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A3B018-42A7-7B03-FF38-38A06FA1A19F}"/>
              </a:ext>
            </a:extLst>
          </p:cNvPr>
          <p:cNvSpPr/>
          <p:nvPr/>
        </p:nvSpPr>
        <p:spPr>
          <a:xfrm>
            <a:off x="5325533" y="4055533"/>
            <a:ext cx="3657600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710F4B-4E9C-AC07-3B1C-B8DA601E1324}"/>
              </a:ext>
            </a:extLst>
          </p:cNvPr>
          <p:cNvSpPr/>
          <p:nvPr/>
        </p:nvSpPr>
        <p:spPr>
          <a:xfrm>
            <a:off x="5325533" y="4690533"/>
            <a:ext cx="3657600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1987E2-3E28-E2A1-AEEF-AE86B7C11EDE}"/>
              </a:ext>
            </a:extLst>
          </p:cNvPr>
          <p:cNvSpPr/>
          <p:nvPr/>
        </p:nvSpPr>
        <p:spPr>
          <a:xfrm>
            <a:off x="3818467" y="4690533"/>
            <a:ext cx="1507065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775151-DEF4-BA9C-56FA-8FAB866CBB17}"/>
              </a:ext>
            </a:extLst>
          </p:cNvPr>
          <p:cNvSpPr/>
          <p:nvPr/>
        </p:nvSpPr>
        <p:spPr>
          <a:xfrm>
            <a:off x="3818467" y="4055533"/>
            <a:ext cx="1507065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B61741-E128-1EBD-319E-FBA3DFE85941}"/>
              </a:ext>
            </a:extLst>
          </p:cNvPr>
          <p:cNvSpPr/>
          <p:nvPr/>
        </p:nvSpPr>
        <p:spPr>
          <a:xfrm>
            <a:off x="1617133" y="4055533"/>
            <a:ext cx="2201333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098DEE-6C50-FB49-0B32-6AF47C3E21E8}"/>
              </a:ext>
            </a:extLst>
          </p:cNvPr>
          <p:cNvSpPr/>
          <p:nvPr/>
        </p:nvSpPr>
        <p:spPr>
          <a:xfrm>
            <a:off x="1617132" y="4690533"/>
            <a:ext cx="2201333" cy="635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69A48C-FF3F-2FE6-6FA0-78B1CACBA14F}"/>
              </a:ext>
            </a:extLst>
          </p:cNvPr>
          <p:cNvSpPr/>
          <p:nvPr/>
        </p:nvSpPr>
        <p:spPr>
          <a:xfrm>
            <a:off x="84668" y="4690533"/>
            <a:ext cx="1532464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368043-1991-ED06-D036-98F9EC33F26B}"/>
              </a:ext>
            </a:extLst>
          </p:cNvPr>
          <p:cNvSpPr/>
          <p:nvPr/>
        </p:nvSpPr>
        <p:spPr>
          <a:xfrm>
            <a:off x="84668" y="4055533"/>
            <a:ext cx="1532464" cy="635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66CB36-CDE9-4FB6-0E5D-AE2A92AF0D0A}"/>
              </a:ext>
            </a:extLst>
          </p:cNvPr>
          <p:cNvSpPr/>
          <p:nvPr/>
        </p:nvSpPr>
        <p:spPr>
          <a:xfrm>
            <a:off x="8077200" y="1049867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4B05DE-F670-12F6-CEA5-46E9AC26DA5B}"/>
              </a:ext>
            </a:extLst>
          </p:cNvPr>
          <p:cNvSpPr/>
          <p:nvPr/>
        </p:nvSpPr>
        <p:spPr>
          <a:xfrm>
            <a:off x="8077200" y="1600200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3BB43D-35E7-4E32-7624-5E0CE2AFC664}"/>
              </a:ext>
            </a:extLst>
          </p:cNvPr>
          <p:cNvSpPr/>
          <p:nvPr/>
        </p:nvSpPr>
        <p:spPr>
          <a:xfrm>
            <a:off x="8077200" y="2150533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D5A523-F7C7-B351-4C72-2100D9A70D70}"/>
              </a:ext>
            </a:extLst>
          </p:cNvPr>
          <p:cNvSpPr/>
          <p:nvPr/>
        </p:nvSpPr>
        <p:spPr>
          <a:xfrm>
            <a:off x="8077200" y="2700866"/>
            <a:ext cx="1066800" cy="55033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DAEF281-DF5D-DCE4-AF56-B359A51265D9}"/>
              </a:ext>
            </a:extLst>
          </p:cNvPr>
          <p:cNvSpPr/>
          <p:nvPr/>
        </p:nvSpPr>
        <p:spPr>
          <a:xfrm>
            <a:off x="-67734" y="5829299"/>
            <a:ext cx="9279466" cy="499534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F26426-F12C-1C89-895F-16B7C593613B}"/>
              </a:ext>
            </a:extLst>
          </p:cNvPr>
          <p:cNvSpPr/>
          <p:nvPr/>
        </p:nvSpPr>
        <p:spPr>
          <a:xfrm>
            <a:off x="233616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3CCB16-50BF-DCE1-3ACE-19219B48E142}"/>
              </a:ext>
            </a:extLst>
          </p:cNvPr>
          <p:cNvSpPr/>
          <p:nvPr/>
        </p:nvSpPr>
        <p:spPr>
          <a:xfrm>
            <a:off x="233616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3711BA-B9EA-341B-6BCA-1D1CCB72F9BA}"/>
              </a:ext>
            </a:extLst>
          </p:cNvPr>
          <p:cNvSpPr/>
          <p:nvPr/>
        </p:nvSpPr>
        <p:spPr>
          <a:xfrm>
            <a:off x="244856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DA4122B-1A43-722F-E7CE-99ED77F905CC}"/>
              </a:ext>
            </a:extLst>
          </p:cNvPr>
          <p:cNvSpPr/>
          <p:nvPr/>
        </p:nvSpPr>
        <p:spPr>
          <a:xfrm>
            <a:off x="244856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429E11-DDA5-2637-0EF2-AE0B81755AFB}"/>
              </a:ext>
            </a:extLst>
          </p:cNvPr>
          <p:cNvSpPr/>
          <p:nvPr/>
        </p:nvSpPr>
        <p:spPr>
          <a:xfrm>
            <a:off x="256095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DE4951B-3ABC-4374-9F02-72129981BDBA}"/>
              </a:ext>
            </a:extLst>
          </p:cNvPr>
          <p:cNvSpPr/>
          <p:nvPr/>
        </p:nvSpPr>
        <p:spPr>
          <a:xfrm>
            <a:off x="256095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DAC4EE-9254-9042-569E-DE913C195D33}"/>
              </a:ext>
            </a:extLst>
          </p:cNvPr>
          <p:cNvSpPr/>
          <p:nvPr/>
        </p:nvSpPr>
        <p:spPr>
          <a:xfrm>
            <a:off x="267335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843F9B-0BBC-6D0D-9383-2CAD438A9181}"/>
              </a:ext>
            </a:extLst>
          </p:cNvPr>
          <p:cNvSpPr/>
          <p:nvPr/>
        </p:nvSpPr>
        <p:spPr>
          <a:xfrm>
            <a:off x="267335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66B907-29D1-0568-7E7C-07BD668B8532}"/>
              </a:ext>
            </a:extLst>
          </p:cNvPr>
          <p:cNvSpPr/>
          <p:nvPr/>
        </p:nvSpPr>
        <p:spPr>
          <a:xfrm>
            <a:off x="291084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41F94E-2DE4-5E95-1486-B5C139EC54B9}"/>
              </a:ext>
            </a:extLst>
          </p:cNvPr>
          <p:cNvSpPr/>
          <p:nvPr/>
        </p:nvSpPr>
        <p:spPr>
          <a:xfrm>
            <a:off x="291084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F7A7B65-5049-89E6-7701-1D48B3490181}"/>
              </a:ext>
            </a:extLst>
          </p:cNvPr>
          <p:cNvSpPr/>
          <p:nvPr/>
        </p:nvSpPr>
        <p:spPr>
          <a:xfrm>
            <a:off x="302323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8CDEC8C-9A48-FBD9-AFD8-D5BD84B5F43F}"/>
              </a:ext>
            </a:extLst>
          </p:cNvPr>
          <p:cNvSpPr/>
          <p:nvPr/>
        </p:nvSpPr>
        <p:spPr>
          <a:xfrm>
            <a:off x="302323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250D823-4EA2-481F-DBCB-D55D480968E7}"/>
              </a:ext>
            </a:extLst>
          </p:cNvPr>
          <p:cNvSpPr/>
          <p:nvPr/>
        </p:nvSpPr>
        <p:spPr>
          <a:xfrm>
            <a:off x="313563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190213-1BE3-087E-A031-137D5A55678F}"/>
              </a:ext>
            </a:extLst>
          </p:cNvPr>
          <p:cNvSpPr/>
          <p:nvPr/>
        </p:nvSpPr>
        <p:spPr>
          <a:xfrm>
            <a:off x="313563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32A200D-50DD-5910-C01D-677E2090839C}"/>
              </a:ext>
            </a:extLst>
          </p:cNvPr>
          <p:cNvSpPr/>
          <p:nvPr/>
        </p:nvSpPr>
        <p:spPr>
          <a:xfrm>
            <a:off x="324802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F7A125-3144-6618-F836-4F8C908153DE}"/>
              </a:ext>
            </a:extLst>
          </p:cNvPr>
          <p:cNvSpPr/>
          <p:nvPr/>
        </p:nvSpPr>
        <p:spPr>
          <a:xfrm>
            <a:off x="324802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EF32780-B82C-6FA9-E40C-A67535358FA4}"/>
              </a:ext>
            </a:extLst>
          </p:cNvPr>
          <p:cNvSpPr/>
          <p:nvPr/>
        </p:nvSpPr>
        <p:spPr>
          <a:xfrm>
            <a:off x="348297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A3F668-08E7-9B82-5F28-CE1FBB06CB8C}"/>
              </a:ext>
            </a:extLst>
          </p:cNvPr>
          <p:cNvSpPr/>
          <p:nvPr/>
        </p:nvSpPr>
        <p:spPr>
          <a:xfrm>
            <a:off x="348297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5EC41E6-B5C1-4CC4-8A9E-50B32C2778AF}"/>
              </a:ext>
            </a:extLst>
          </p:cNvPr>
          <p:cNvSpPr/>
          <p:nvPr/>
        </p:nvSpPr>
        <p:spPr>
          <a:xfrm>
            <a:off x="359537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26E1589-3EEF-AD40-A133-6DE59CF6AA55}"/>
              </a:ext>
            </a:extLst>
          </p:cNvPr>
          <p:cNvSpPr/>
          <p:nvPr/>
        </p:nvSpPr>
        <p:spPr>
          <a:xfrm>
            <a:off x="359537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DE96A8E-7352-9651-5254-ACC5974CE9CE}"/>
              </a:ext>
            </a:extLst>
          </p:cNvPr>
          <p:cNvSpPr/>
          <p:nvPr/>
        </p:nvSpPr>
        <p:spPr>
          <a:xfrm>
            <a:off x="3707765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9A170C-A252-2B2F-AEF2-C0EB06CB6EC9}"/>
              </a:ext>
            </a:extLst>
          </p:cNvPr>
          <p:cNvSpPr/>
          <p:nvPr/>
        </p:nvSpPr>
        <p:spPr>
          <a:xfrm>
            <a:off x="3707765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2D1A8FE-A6FE-8BE6-1F80-B4E5F9DDF3B1}"/>
              </a:ext>
            </a:extLst>
          </p:cNvPr>
          <p:cNvSpPr/>
          <p:nvPr/>
        </p:nvSpPr>
        <p:spPr>
          <a:xfrm>
            <a:off x="3820160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3C7E976-E107-E963-667B-2667A307B4BB}"/>
              </a:ext>
            </a:extLst>
          </p:cNvPr>
          <p:cNvSpPr/>
          <p:nvPr/>
        </p:nvSpPr>
        <p:spPr>
          <a:xfrm>
            <a:off x="3820160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12137CC-3A0C-8DC8-B1FA-11C66BCFF264}"/>
              </a:ext>
            </a:extLst>
          </p:cNvPr>
          <p:cNvSpPr/>
          <p:nvPr/>
        </p:nvSpPr>
        <p:spPr>
          <a:xfrm>
            <a:off x="4048442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0C470A4-0498-F0F4-F0F6-D9373CAAAEFC}"/>
              </a:ext>
            </a:extLst>
          </p:cNvPr>
          <p:cNvSpPr/>
          <p:nvPr/>
        </p:nvSpPr>
        <p:spPr>
          <a:xfrm>
            <a:off x="4048442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E0F0EEC-F7CB-22FD-927E-D0BE9507DDDA}"/>
              </a:ext>
            </a:extLst>
          </p:cNvPr>
          <p:cNvSpPr/>
          <p:nvPr/>
        </p:nvSpPr>
        <p:spPr>
          <a:xfrm>
            <a:off x="4160837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8AA94EB-0ED6-7185-B339-7AEE1981E8EC}"/>
              </a:ext>
            </a:extLst>
          </p:cNvPr>
          <p:cNvSpPr/>
          <p:nvPr/>
        </p:nvSpPr>
        <p:spPr>
          <a:xfrm>
            <a:off x="4160837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4B6595D-8681-EC2F-23BF-DD6580E9AF9D}"/>
              </a:ext>
            </a:extLst>
          </p:cNvPr>
          <p:cNvSpPr/>
          <p:nvPr/>
        </p:nvSpPr>
        <p:spPr>
          <a:xfrm>
            <a:off x="4273232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C647692-630D-D215-99C1-6DBAFD7FA033}"/>
              </a:ext>
            </a:extLst>
          </p:cNvPr>
          <p:cNvSpPr/>
          <p:nvPr/>
        </p:nvSpPr>
        <p:spPr>
          <a:xfrm>
            <a:off x="4273232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A601197-0316-3316-E97C-AF23560DB11B}"/>
              </a:ext>
            </a:extLst>
          </p:cNvPr>
          <p:cNvSpPr/>
          <p:nvPr/>
        </p:nvSpPr>
        <p:spPr>
          <a:xfrm>
            <a:off x="4385627" y="1840653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FC3BCE5-6563-1A25-BE3B-C2764427140D}"/>
              </a:ext>
            </a:extLst>
          </p:cNvPr>
          <p:cNvSpPr/>
          <p:nvPr/>
        </p:nvSpPr>
        <p:spPr>
          <a:xfrm>
            <a:off x="4385627" y="2124075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730CF8A-E1D3-58E9-CB99-337F4081CD55}"/>
              </a:ext>
            </a:extLst>
          </p:cNvPr>
          <p:cNvSpPr/>
          <p:nvPr/>
        </p:nvSpPr>
        <p:spPr>
          <a:xfrm>
            <a:off x="462216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27E3C98-A85B-08B9-FBFA-669A6C74A145}"/>
              </a:ext>
            </a:extLst>
          </p:cNvPr>
          <p:cNvSpPr/>
          <p:nvPr/>
        </p:nvSpPr>
        <p:spPr>
          <a:xfrm>
            <a:off x="462216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C4280B7-D831-D659-EA79-B6286A551C00}"/>
              </a:ext>
            </a:extLst>
          </p:cNvPr>
          <p:cNvSpPr/>
          <p:nvPr/>
        </p:nvSpPr>
        <p:spPr>
          <a:xfrm>
            <a:off x="473456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4ECFD68-CFF3-72A6-0D74-69476A941486}"/>
              </a:ext>
            </a:extLst>
          </p:cNvPr>
          <p:cNvSpPr/>
          <p:nvPr/>
        </p:nvSpPr>
        <p:spPr>
          <a:xfrm>
            <a:off x="473456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3369D0-DEE0-B5B2-3A66-84BF190214FB}"/>
              </a:ext>
            </a:extLst>
          </p:cNvPr>
          <p:cNvSpPr/>
          <p:nvPr/>
        </p:nvSpPr>
        <p:spPr>
          <a:xfrm>
            <a:off x="484695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44FE752-B97E-FE4D-62D7-F8D2DF7D21EB}"/>
              </a:ext>
            </a:extLst>
          </p:cNvPr>
          <p:cNvSpPr/>
          <p:nvPr/>
        </p:nvSpPr>
        <p:spPr>
          <a:xfrm>
            <a:off x="484695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7E1D9B6-68AD-03E6-8ADA-12E9FA820487}"/>
              </a:ext>
            </a:extLst>
          </p:cNvPr>
          <p:cNvSpPr/>
          <p:nvPr/>
        </p:nvSpPr>
        <p:spPr>
          <a:xfrm>
            <a:off x="495935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C781B9B-33AA-28FC-BD58-F7330FB62582}"/>
              </a:ext>
            </a:extLst>
          </p:cNvPr>
          <p:cNvSpPr/>
          <p:nvPr/>
        </p:nvSpPr>
        <p:spPr>
          <a:xfrm>
            <a:off x="495935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EAE27AE-D528-B840-6089-5389024766C3}"/>
              </a:ext>
            </a:extLst>
          </p:cNvPr>
          <p:cNvSpPr/>
          <p:nvPr/>
        </p:nvSpPr>
        <p:spPr>
          <a:xfrm>
            <a:off x="519525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6E01878-FBD7-82A1-BAA2-10ABC6EA9393}"/>
              </a:ext>
            </a:extLst>
          </p:cNvPr>
          <p:cNvSpPr/>
          <p:nvPr/>
        </p:nvSpPr>
        <p:spPr>
          <a:xfrm>
            <a:off x="519525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93CA048-C6E7-29FE-80F9-4F3935974043}"/>
              </a:ext>
            </a:extLst>
          </p:cNvPr>
          <p:cNvSpPr/>
          <p:nvPr/>
        </p:nvSpPr>
        <p:spPr>
          <a:xfrm>
            <a:off x="530764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93DA7B8-FE58-CBF3-7314-DFED96CE9DCE}"/>
              </a:ext>
            </a:extLst>
          </p:cNvPr>
          <p:cNvSpPr/>
          <p:nvPr/>
        </p:nvSpPr>
        <p:spPr>
          <a:xfrm>
            <a:off x="530764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7D59D947-1599-BEEC-8A99-71DA3DA6463F}"/>
              </a:ext>
            </a:extLst>
          </p:cNvPr>
          <p:cNvSpPr/>
          <p:nvPr/>
        </p:nvSpPr>
        <p:spPr>
          <a:xfrm>
            <a:off x="542004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90195E5B-5D69-D4B6-1D4A-5BA1710847EF}"/>
              </a:ext>
            </a:extLst>
          </p:cNvPr>
          <p:cNvSpPr/>
          <p:nvPr/>
        </p:nvSpPr>
        <p:spPr>
          <a:xfrm>
            <a:off x="542004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EE9DA8BA-2624-3107-CA1D-49D308D1F4FD}"/>
              </a:ext>
            </a:extLst>
          </p:cNvPr>
          <p:cNvSpPr/>
          <p:nvPr/>
        </p:nvSpPr>
        <p:spPr>
          <a:xfrm>
            <a:off x="553243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6536C222-3EDC-DF06-B31F-37A4DF7E0231}"/>
              </a:ext>
            </a:extLst>
          </p:cNvPr>
          <p:cNvSpPr/>
          <p:nvPr/>
        </p:nvSpPr>
        <p:spPr>
          <a:xfrm>
            <a:off x="553243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0" name="직사각형 1029">
            <a:extLst>
              <a:ext uri="{FF2B5EF4-FFF2-40B4-BE49-F238E27FC236}">
                <a16:creationId xmlns:a16="http://schemas.microsoft.com/office/drawing/2014/main" id="{E1F26DA4-37F0-DDBF-C4A6-EB71118D17B5}"/>
              </a:ext>
            </a:extLst>
          </p:cNvPr>
          <p:cNvSpPr/>
          <p:nvPr/>
        </p:nvSpPr>
        <p:spPr>
          <a:xfrm>
            <a:off x="576389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593F7631-1D5A-24A5-7FC9-98B3593C1CE4}"/>
              </a:ext>
            </a:extLst>
          </p:cNvPr>
          <p:cNvSpPr/>
          <p:nvPr/>
        </p:nvSpPr>
        <p:spPr>
          <a:xfrm>
            <a:off x="576389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2" name="직사각형 1031">
            <a:extLst>
              <a:ext uri="{FF2B5EF4-FFF2-40B4-BE49-F238E27FC236}">
                <a16:creationId xmlns:a16="http://schemas.microsoft.com/office/drawing/2014/main" id="{8E107023-CC47-DB94-B80F-46CC772C24D0}"/>
              </a:ext>
            </a:extLst>
          </p:cNvPr>
          <p:cNvSpPr/>
          <p:nvPr/>
        </p:nvSpPr>
        <p:spPr>
          <a:xfrm>
            <a:off x="587629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6226E17D-13C3-E624-2854-6E2EA1DC7A9C}"/>
              </a:ext>
            </a:extLst>
          </p:cNvPr>
          <p:cNvSpPr/>
          <p:nvPr/>
        </p:nvSpPr>
        <p:spPr>
          <a:xfrm>
            <a:off x="587629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1B27FD22-7406-810B-50C5-339287F9F64C}"/>
              </a:ext>
            </a:extLst>
          </p:cNvPr>
          <p:cNvSpPr/>
          <p:nvPr/>
        </p:nvSpPr>
        <p:spPr>
          <a:xfrm>
            <a:off x="598868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5" name="직사각형 1034">
            <a:extLst>
              <a:ext uri="{FF2B5EF4-FFF2-40B4-BE49-F238E27FC236}">
                <a16:creationId xmlns:a16="http://schemas.microsoft.com/office/drawing/2014/main" id="{59050A5B-0609-5164-8028-0BED0284F42E}"/>
              </a:ext>
            </a:extLst>
          </p:cNvPr>
          <p:cNvSpPr/>
          <p:nvPr/>
        </p:nvSpPr>
        <p:spPr>
          <a:xfrm>
            <a:off x="598868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1E7C5809-62AB-B28E-0B68-2B03C5CE7A18}"/>
              </a:ext>
            </a:extLst>
          </p:cNvPr>
          <p:cNvSpPr/>
          <p:nvPr/>
        </p:nvSpPr>
        <p:spPr>
          <a:xfrm>
            <a:off x="610108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A64D3DB4-C9A3-C70E-733C-930DC9AD9DC3}"/>
              </a:ext>
            </a:extLst>
          </p:cNvPr>
          <p:cNvSpPr/>
          <p:nvPr/>
        </p:nvSpPr>
        <p:spPr>
          <a:xfrm>
            <a:off x="610108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7187BBE1-5E09-6E36-CC94-2EA502DDA958}"/>
              </a:ext>
            </a:extLst>
          </p:cNvPr>
          <p:cNvSpPr/>
          <p:nvPr/>
        </p:nvSpPr>
        <p:spPr>
          <a:xfrm>
            <a:off x="633603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D184F340-8C03-A48C-350E-82ACAF5CCDD3}"/>
              </a:ext>
            </a:extLst>
          </p:cNvPr>
          <p:cNvSpPr/>
          <p:nvPr/>
        </p:nvSpPr>
        <p:spPr>
          <a:xfrm>
            <a:off x="633603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F05B1347-EA64-2F98-C805-5FA7315DCEE0}"/>
              </a:ext>
            </a:extLst>
          </p:cNvPr>
          <p:cNvSpPr/>
          <p:nvPr/>
        </p:nvSpPr>
        <p:spPr>
          <a:xfrm>
            <a:off x="644842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EBFECFDC-6227-8C8C-6702-AC07CA8D35CA}"/>
              </a:ext>
            </a:extLst>
          </p:cNvPr>
          <p:cNvSpPr/>
          <p:nvPr/>
        </p:nvSpPr>
        <p:spPr>
          <a:xfrm>
            <a:off x="644842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AA6E714F-0017-799D-319E-1C3C14C3C17F}"/>
              </a:ext>
            </a:extLst>
          </p:cNvPr>
          <p:cNvSpPr/>
          <p:nvPr/>
        </p:nvSpPr>
        <p:spPr>
          <a:xfrm>
            <a:off x="656082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A19727BA-460A-8170-3FE3-FCC3BFE5B81F}"/>
              </a:ext>
            </a:extLst>
          </p:cNvPr>
          <p:cNvSpPr/>
          <p:nvPr/>
        </p:nvSpPr>
        <p:spPr>
          <a:xfrm>
            <a:off x="656082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EF39BBDE-0FA7-6369-F1FD-A81BEAFF72DE}"/>
              </a:ext>
            </a:extLst>
          </p:cNvPr>
          <p:cNvSpPr/>
          <p:nvPr/>
        </p:nvSpPr>
        <p:spPr>
          <a:xfrm>
            <a:off x="667321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9989633C-7DED-A411-302F-DBEF7016558B}"/>
              </a:ext>
            </a:extLst>
          </p:cNvPr>
          <p:cNvSpPr/>
          <p:nvPr/>
        </p:nvSpPr>
        <p:spPr>
          <a:xfrm>
            <a:off x="667321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6" name="직사각형 1045">
            <a:extLst>
              <a:ext uri="{FF2B5EF4-FFF2-40B4-BE49-F238E27FC236}">
                <a16:creationId xmlns:a16="http://schemas.microsoft.com/office/drawing/2014/main" id="{653F0585-51FB-CFD6-C1AC-FCA7DEC12412}"/>
              </a:ext>
            </a:extLst>
          </p:cNvPr>
          <p:cNvSpPr/>
          <p:nvPr/>
        </p:nvSpPr>
        <p:spPr>
          <a:xfrm>
            <a:off x="690562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85CB390D-482F-89CF-1EA2-0E4E1209CEFD}"/>
              </a:ext>
            </a:extLst>
          </p:cNvPr>
          <p:cNvSpPr/>
          <p:nvPr/>
        </p:nvSpPr>
        <p:spPr>
          <a:xfrm>
            <a:off x="690562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8" name="직사각형 1047">
            <a:extLst>
              <a:ext uri="{FF2B5EF4-FFF2-40B4-BE49-F238E27FC236}">
                <a16:creationId xmlns:a16="http://schemas.microsoft.com/office/drawing/2014/main" id="{63C1CCF6-7856-010A-AAFF-ECE97A89B739}"/>
              </a:ext>
            </a:extLst>
          </p:cNvPr>
          <p:cNvSpPr/>
          <p:nvPr/>
        </p:nvSpPr>
        <p:spPr>
          <a:xfrm>
            <a:off x="701802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9" name="직사각형 1048">
            <a:extLst>
              <a:ext uri="{FF2B5EF4-FFF2-40B4-BE49-F238E27FC236}">
                <a16:creationId xmlns:a16="http://schemas.microsoft.com/office/drawing/2014/main" id="{990808E9-1098-5BF5-060A-BE9C1BCA1FC8}"/>
              </a:ext>
            </a:extLst>
          </p:cNvPr>
          <p:cNvSpPr/>
          <p:nvPr/>
        </p:nvSpPr>
        <p:spPr>
          <a:xfrm>
            <a:off x="701802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0" name="직사각형 1049">
            <a:extLst>
              <a:ext uri="{FF2B5EF4-FFF2-40B4-BE49-F238E27FC236}">
                <a16:creationId xmlns:a16="http://schemas.microsoft.com/office/drawing/2014/main" id="{3EC31E43-C2C7-E8C9-51DC-B00228C67CEB}"/>
              </a:ext>
            </a:extLst>
          </p:cNvPr>
          <p:cNvSpPr/>
          <p:nvPr/>
        </p:nvSpPr>
        <p:spPr>
          <a:xfrm>
            <a:off x="7130415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90FB0E5B-02CC-33E8-5E27-403424A279B3}"/>
              </a:ext>
            </a:extLst>
          </p:cNvPr>
          <p:cNvSpPr/>
          <p:nvPr/>
        </p:nvSpPr>
        <p:spPr>
          <a:xfrm>
            <a:off x="7130415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B058B5BA-5813-C4C0-3342-5FFFF6A77A45}"/>
              </a:ext>
            </a:extLst>
          </p:cNvPr>
          <p:cNvSpPr/>
          <p:nvPr/>
        </p:nvSpPr>
        <p:spPr>
          <a:xfrm>
            <a:off x="7242810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B7F7B2C9-BB83-B650-C4AB-1D2272B55280}"/>
              </a:ext>
            </a:extLst>
          </p:cNvPr>
          <p:cNvSpPr/>
          <p:nvPr/>
        </p:nvSpPr>
        <p:spPr>
          <a:xfrm>
            <a:off x="7242810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BC1D259B-FBBE-3D06-6255-4943DA9072E8}"/>
              </a:ext>
            </a:extLst>
          </p:cNvPr>
          <p:cNvSpPr/>
          <p:nvPr/>
        </p:nvSpPr>
        <p:spPr>
          <a:xfrm>
            <a:off x="748125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95B46BFD-5E35-9A78-6314-289531EAB10E}"/>
              </a:ext>
            </a:extLst>
          </p:cNvPr>
          <p:cNvSpPr/>
          <p:nvPr/>
        </p:nvSpPr>
        <p:spPr>
          <a:xfrm>
            <a:off x="748125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6" name="직사각형 1055">
            <a:extLst>
              <a:ext uri="{FF2B5EF4-FFF2-40B4-BE49-F238E27FC236}">
                <a16:creationId xmlns:a16="http://schemas.microsoft.com/office/drawing/2014/main" id="{15BC6DAE-52E4-1A25-FF77-A431C557C0D9}"/>
              </a:ext>
            </a:extLst>
          </p:cNvPr>
          <p:cNvSpPr/>
          <p:nvPr/>
        </p:nvSpPr>
        <p:spPr>
          <a:xfrm>
            <a:off x="759364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2D86C896-CA8C-FD7F-A1F5-ADC613EC420C}"/>
              </a:ext>
            </a:extLst>
          </p:cNvPr>
          <p:cNvSpPr/>
          <p:nvPr/>
        </p:nvSpPr>
        <p:spPr>
          <a:xfrm>
            <a:off x="759364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02B75287-F963-52B6-42EF-97E76D8FB7B7}"/>
              </a:ext>
            </a:extLst>
          </p:cNvPr>
          <p:cNvSpPr/>
          <p:nvPr/>
        </p:nvSpPr>
        <p:spPr>
          <a:xfrm>
            <a:off x="7706042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DEEAA262-DE07-0A73-8CA5-D3837694FED9}"/>
              </a:ext>
            </a:extLst>
          </p:cNvPr>
          <p:cNvSpPr/>
          <p:nvPr/>
        </p:nvSpPr>
        <p:spPr>
          <a:xfrm>
            <a:off x="7706042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0" name="직사각형 1059">
            <a:extLst>
              <a:ext uri="{FF2B5EF4-FFF2-40B4-BE49-F238E27FC236}">
                <a16:creationId xmlns:a16="http://schemas.microsoft.com/office/drawing/2014/main" id="{F5F744CE-4408-D26D-7621-A9F7A8BC9F50}"/>
              </a:ext>
            </a:extLst>
          </p:cNvPr>
          <p:cNvSpPr/>
          <p:nvPr/>
        </p:nvSpPr>
        <p:spPr>
          <a:xfrm>
            <a:off x="7818437" y="1837690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1" name="직사각형 1060">
            <a:extLst>
              <a:ext uri="{FF2B5EF4-FFF2-40B4-BE49-F238E27FC236}">
                <a16:creationId xmlns:a16="http://schemas.microsoft.com/office/drawing/2014/main" id="{649671A5-E3E9-FE2E-2C1C-2F5D6D8D4B22}"/>
              </a:ext>
            </a:extLst>
          </p:cNvPr>
          <p:cNvSpPr/>
          <p:nvPr/>
        </p:nvSpPr>
        <p:spPr>
          <a:xfrm>
            <a:off x="7818437" y="2121112"/>
            <a:ext cx="112395" cy="283422"/>
          </a:xfrm>
          <a:prstGeom prst="rect">
            <a:avLst/>
          </a:prstGeom>
          <a:solidFill>
            <a:srgbClr val="FC75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2" name="타원 1061">
            <a:extLst>
              <a:ext uri="{FF2B5EF4-FFF2-40B4-BE49-F238E27FC236}">
                <a16:creationId xmlns:a16="http://schemas.microsoft.com/office/drawing/2014/main" id="{4825AC4B-C28B-6403-58B4-E47E2B22732C}"/>
              </a:ext>
            </a:extLst>
          </p:cNvPr>
          <p:cNvSpPr/>
          <p:nvPr/>
        </p:nvSpPr>
        <p:spPr>
          <a:xfrm>
            <a:off x="2910841" y="2511851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5" name="타원 1064">
            <a:extLst>
              <a:ext uri="{FF2B5EF4-FFF2-40B4-BE49-F238E27FC236}">
                <a16:creationId xmlns:a16="http://schemas.microsoft.com/office/drawing/2014/main" id="{D5396126-05EB-DE9F-A975-B78D00CAA4CB}"/>
              </a:ext>
            </a:extLst>
          </p:cNvPr>
          <p:cNvSpPr/>
          <p:nvPr/>
        </p:nvSpPr>
        <p:spPr>
          <a:xfrm>
            <a:off x="3482975" y="2510792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3" name="타원 1112">
            <a:extLst>
              <a:ext uri="{FF2B5EF4-FFF2-40B4-BE49-F238E27FC236}">
                <a16:creationId xmlns:a16="http://schemas.microsoft.com/office/drawing/2014/main" id="{B42038B3-8F5D-B2C8-8EA6-4E3F8D0BA289}"/>
              </a:ext>
            </a:extLst>
          </p:cNvPr>
          <p:cNvSpPr/>
          <p:nvPr/>
        </p:nvSpPr>
        <p:spPr>
          <a:xfrm>
            <a:off x="4622165" y="2517144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6" name="타원 1115">
            <a:extLst>
              <a:ext uri="{FF2B5EF4-FFF2-40B4-BE49-F238E27FC236}">
                <a16:creationId xmlns:a16="http://schemas.microsoft.com/office/drawing/2014/main" id="{4B5C3444-3052-4785-EAFD-88BD0E9BC6F6}"/>
              </a:ext>
            </a:extLst>
          </p:cNvPr>
          <p:cNvSpPr/>
          <p:nvPr/>
        </p:nvSpPr>
        <p:spPr>
          <a:xfrm>
            <a:off x="6336030" y="2518412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7" name="타원 1116">
            <a:extLst>
              <a:ext uri="{FF2B5EF4-FFF2-40B4-BE49-F238E27FC236}">
                <a16:creationId xmlns:a16="http://schemas.microsoft.com/office/drawing/2014/main" id="{1FEA83F6-924A-55AA-9C59-1A61EF4A6BB4}"/>
              </a:ext>
            </a:extLst>
          </p:cNvPr>
          <p:cNvSpPr/>
          <p:nvPr/>
        </p:nvSpPr>
        <p:spPr>
          <a:xfrm>
            <a:off x="6908164" y="2517353"/>
            <a:ext cx="449579" cy="45000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0" name="직선 연결선 1119">
            <a:extLst>
              <a:ext uri="{FF2B5EF4-FFF2-40B4-BE49-F238E27FC236}">
                <a16:creationId xmlns:a16="http://schemas.microsoft.com/office/drawing/2014/main" id="{DE5EFFD9-F446-BA22-55B7-B8F2FD25D033}"/>
              </a:ext>
            </a:extLst>
          </p:cNvPr>
          <p:cNvCxnSpPr>
            <a:cxnSpLocks/>
          </p:cNvCxnSpPr>
          <p:nvPr/>
        </p:nvCxnSpPr>
        <p:spPr>
          <a:xfrm>
            <a:off x="-330200" y="1383792"/>
            <a:ext cx="226263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3" name="직사각형 1122">
            <a:extLst>
              <a:ext uri="{FF2B5EF4-FFF2-40B4-BE49-F238E27FC236}">
                <a16:creationId xmlns:a16="http://schemas.microsoft.com/office/drawing/2014/main" id="{74713548-2683-31DD-3E8C-A654C8C64205}"/>
              </a:ext>
            </a:extLst>
          </p:cNvPr>
          <p:cNvSpPr/>
          <p:nvPr/>
        </p:nvSpPr>
        <p:spPr>
          <a:xfrm rot="2700000">
            <a:off x="4652989" y="1072278"/>
            <a:ext cx="112395" cy="11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4" name="직사각형 1123">
            <a:extLst>
              <a:ext uri="{FF2B5EF4-FFF2-40B4-BE49-F238E27FC236}">
                <a16:creationId xmlns:a16="http://schemas.microsoft.com/office/drawing/2014/main" id="{B9EC7369-98EB-8D36-DD21-6E662EB28D3B}"/>
              </a:ext>
            </a:extLst>
          </p:cNvPr>
          <p:cNvSpPr/>
          <p:nvPr/>
        </p:nvSpPr>
        <p:spPr>
          <a:xfrm rot="2700000">
            <a:off x="4951757" y="1073310"/>
            <a:ext cx="112395" cy="11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5257B26D-35F0-D1F1-70AE-0C224CA8FF3D}"/>
              </a:ext>
            </a:extLst>
          </p:cNvPr>
          <p:cNvSpPr/>
          <p:nvPr/>
        </p:nvSpPr>
        <p:spPr>
          <a:xfrm rot="2700000">
            <a:off x="3508348" y="1072277"/>
            <a:ext cx="112395" cy="11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7" name="직사각형 1126">
            <a:extLst>
              <a:ext uri="{FF2B5EF4-FFF2-40B4-BE49-F238E27FC236}">
                <a16:creationId xmlns:a16="http://schemas.microsoft.com/office/drawing/2014/main" id="{74849202-7711-0C2E-4588-6BF7BFAA7CE7}"/>
              </a:ext>
            </a:extLst>
          </p:cNvPr>
          <p:cNvSpPr/>
          <p:nvPr/>
        </p:nvSpPr>
        <p:spPr>
          <a:xfrm rot="2700000">
            <a:off x="3807116" y="1073309"/>
            <a:ext cx="112395" cy="11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9" name="직사각형 1128">
            <a:extLst>
              <a:ext uri="{FF2B5EF4-FFF2-40B4-BE49-F238E27FC236}">
                <a16:creationId xmlns:a16="http://schemas.microsoft.com/office/drawing/2014/main" id="{1DDB9DCF-FA1D-B016-E0F3-52DCFC236465}"/>
              </a:ext>
            </a:extLst>
          </p:cNvPr>
          <p:cNvSpPr/>
          <p:nvPr/>
        </p:nvSpPr>
        <p:spPr>
          <a:xfrm rot="2700000">
            <a:off x="6935180" y="1075119"/>
            <a:ext cx="112395" cy="11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0" name="직사각형 1129">
            <a:extLst>
              <a:ext uri="{FF2B5EF4-FFF2-40B4-BE49-F238E27FC236}">
                <a16:creationId xmlns:a16="http://schemas.microsoft.com/office/drawing/2014/main" id="{FF50B334-BE65-A59D-A942-83A5A17B2AA5}"/>
              </a:ext>
            </a:extLst>
          </p:cNvPr>
          <p:cNvSpPr/>
          <p:nvPr/>
        </p:nvSpPr>
        <p:spPr>
          <a:xfrm rot="2700000">
            <a:off x="7233948" y="1076151"/>
            <a:ext cx="112395" cy="118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8" name="직선 연결선 1137">
            <a:extLst>
              <a:ext uri="{FF2B5EF4-FFF2-40B4-BE49-F238E27FC236}">
                <a16:creationId xmlns:a16="http://schemas.microsoft.com/office/drawing/2014/main" id="{5CF28063-EC7D-B141-56B0-0A7F13F0AB2B}"/>
              </a:ext>
            </a:extLst>
          </p:cNvPr>
          <p:cNvCxnSpPr/>
          <p:nvPr/>
        </p:nvCxnSpPr>
        <p:spPr>
          <a:xfrm flipH="1">
            <a:off x="1920240" y="550332"/>
            <a:ext cx="753110" cy="4830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직선 연결선 1138">
            <a:extLst>
              <a:ext uri="{FF2B5EF4-FFF2-40B4-BE49-F238E27FC236}">
                <a16:creationId xmlns:a16="http://schemas.microsoft.com/office/drawing/2014/main" id="{9E867349-B054-CE40-9891-DFF7470859C0}"/>
              </a:ext>
            </a:extLst>
          </p:cNvPr>
          <p:cNvCxnSpPr/>
          <p:nvPr/>
        </p:nvCxnSpPr>
        <p:spPr>
          <a:xfrm flipH="1">
            <a:off x="6504622" y="553083"/>
            <a:ext cx="753110" cy="4830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4" name="직사각형 1143">
            <a:extLst>
              <a:ext uri="{FF2B5EF4-FFF2-40B4-BE49-F238E27FC236}">
                <a16:creationId xmlns:a16="http://schemas.microsoft.com/office/drawing/2014/main" id="{B8037220-4EED-E152-6E36-90433E302775}"/>
              </a:ext>
            </a:extLst>
          </p:cNvPr>
          <p:cNvSpPr/>
          <p:nvPr/>
        </p:nvSpPr>
        <p:spPr>
          <a:xfrm>
            <a:off x="8107045" y="1624110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7" name="직사각형 1146">
            <a:extLst>
              <a:ext uri="{FF2B5EF4-FFF2-40B4-BE49-F238E27FC236}">
                <a16:creationId xmlns:a16="http://schemas.microsoft.com/office/drawing/2014/main" id="{4A681CC8-B0F8-FA6E-6A45-5E51DBECC02D}"/>
              </a:ext>
            </a:extLst>
          </p:cNvPr>
          <p:cNvSpPr/>
          <p:nvPr/>
        </p:nvSpPr>
        <p:spPr>
          <a:xfrm>
            <a:off x="8106600" y="1078213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8" name="직사각형 1147">
            <a:extLst>
              <a:ext uri="{FF2B5EF4-FFF2-40B4-BE49-F238E27FC236}">
                <a16:creationId xmlns:a16="http://schemas.microsoft.com/office/drawing/2014/main" id="{83B73125-6C1E-993E-E5CB-4F555C1F1431}"/>
              </a:ext>
            </a:extLst>
          </p:cNvPr>
          <p:cNvSpPr/>
          <p:nvPr/>
        </p:nvSpPr>
        <p:spPr>
          <a:xfrm>
            <a:off x="8103615" y="2731143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9" name="직사각형 1148">
            <a:extLst>
              <a:ext uri="{FF2B5EF4-FFF2-40B4-BE49-F238E27FC236}">
                <a16:creationId xmlns:a16="http://schemas.microsoft.com/office/drawing/2014/main" id="{AADCAE08-7868-72CD-4BC8-B26CE8E3F6E0}"/>
              </a:ext>
            </a:extLst>
          </p:cNvPr>
          <p:cNvSpPr/>
          <p:nvPr/>
        </p:nvSpPr>
        <p:spPr>
          <a:xfrm>
            <a:off x="8103170" y="2185246"/>
            <a:ext cx="1008000" cy="486000"/>
          </a:xfrm>
          <a:prstGeom prst="rect">
            <a:avLst/>
          </a:prstGeom>
          <a:solidFill>
            <a:srgbClr val="3896D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93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</TotalTime>
  <Words>0</Words>
  <Application>Microsoft Office PowerPoint</Application>
  <PresentationFormat>화면 슬라이드 쇼(4:3)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김동휘</dc:creator>
  <cp:lastModifiedBy>김동휘</cp:lastModifiedBy>
  <cp:revision>3</cp:revision>
  <dcterms:created xsi:type="dcterms:W3CDTF">2026-04-06T01:04:11Z</dcterms:created>
  <dcterms:modified xsi:type="dcterms:W3CDTF">2026-04-07T05:38:35Z</dcterms:modified>
</cp:coreProperties>
</file>