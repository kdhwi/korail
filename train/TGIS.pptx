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96D0"/>
    <a:srgbClr val="FC75FF"/>
    <a:srgbClr val="215F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1234" y="5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00077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1168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6079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4647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9542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3068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8085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27494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2704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6319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5499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A2C34D-190E-4510-A06B-2EABE3DB2058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211E9F-9018-4214-AD7B-4080C5B82A70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2215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4E5D7F-AEA9-DD04-8215-F5A05E5D760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674" b="6250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037B381-334B-151B-3488-8E82D45451CF}"/>
              </a:ext>
            </a:extLst>
          </p:cNvPr>
          <p:cNvSpPr/>
          <p:nvPr/>
        </p:nvSpPr>
        <p:spPr>
          <a:xfrm>
            <a:off x="-67734" y="550332"/>
            <a:ext cx="9279468" cy="483023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AC7B8B7-13C4-C3BF-574F-606D6095A916}"/>
              </a:ext>
            </a:extLst>
          </p:cNvPr>
          <p:cNvSpPr/>
          <p:nvPr/>
        </p:nvSpPr>
        <p:spPr>
          <a:xfrm>
            <a:off x="5325533" y="4055533"/>
            <a:ext cx="3657600" cy="635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11BC8BE-1F76-11C1-5FEC-5E7CAFBD7061}"/>
              </a:ext>
            </a:extLst>
          </p:cNvPr>
          <p:cNvSpPr/>
          <p:nvPr/>
        </p:nvSpPr>
        <p:spPr>
          <a:xfrm>
            <a:off x="5325533" y="4690533"/>
            <a:ext cx="3657600" cy="635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925F7A7-24E4-9CE7-6416-0CF87449F30B}"/>
              </a:ext>
            </a:extLst>
          </p:cNvPr>
          <p:cNvSpPr/>
          <p:nvPr/>
        </p:nvSpPr>
        <p:spPr>
          <a:xfrm>
            <a:off x="3818467" y="4690533"/>
            <a:ext cx="1507065" cy="635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623D070-A968-E435-522A-02C2B458E9F6}"/>
              </a:ext>
            </a:extLst>
          </p:cNvPr>
          <p:cNvSpPr/>
          <p:nvPr/>
        </p:nvSpPr>
        <p:spPr>
          <a:xfrm>
            <a:off x="3818467" y="4055533"/>
            <a:ext cx="1507065" cy="635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CB35468-9FBA-C644-901A-7FE9D88A29E0}"/>
              </a:ext>
            </a:extLst>
          </p:cNvPr>
          <p:cNvSpPr/>
          <p:nvPr/>
        </p:nvSpPr>
        <p:spPr>
          <a:xfrm>
            <a:off x="1617133" y="4055533"/>
            <a:ext cx="2201333" cy="635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3E26F10-7B3C-B58D-56A2-2B4FC87DD088}"/>
              </a:ext>
            </a:extLst>
          </p:cNvPr>
          <p:cNvSpPr/>
          <p:nvPr/>
        </p:nvSpPr>
        <p:spPr>
          <a:xfrm>
            <a:off x="1617132" y="4690533"/>
            <a:ext cx="2201333" cy="635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A508B07-D196-4415-BAA0-6FB6F58F5BBF}"/>
              </a:ext>
            </a:extLst>
          </p:cNvPr>
          <p:cNvSpPr/>
          <p:nvPr/>
        </p:nvSpPr>
        <p:spPr>
          <a:xfrm>
            <a:off x="84668" y="4690533"/>
            <a:ext cx="1532464" cy="635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DE0A68C-AF3E-C26F-4F22-3FF3BB64E458}"/>
              </a:ext>
            </a:extLst>
          </p:cNvPr>
          <p:cNvSpPr/>
          <p:nvPr/>
        </p:nvSpPr>
        <p:spPr>
          <a:xfrm>
            <a:off x="84668" y="4055533"/>
            <a:ext cx="1532464" cy="635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A113D7D-DAC4-912E-111B-3CB25BEA8931}"/>
              </a:ext>
            </a:extLst>
          </p:cNvPr>
          <p:cNvSpPr/>
          <p:nvPr/>
        </p:nvSpPr>
        <p:spPr>
          <a:xfrm>
            <a:off x="8077200" y="1049867"/>
            <a:ext cx="1066800" cy="55033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99D4B5B-12EB-D8B1-6A3D-7BD292CD790B}"/>
              </a:ext>
            </a:extLst>
          </p:cNvPr>
          <p:cNvSpPr/>
          <p:nvPr/>
        </p:nvSpPr>
        <p:spPr>
          <a:xfrm>
            <a:off x="8077200" y="1600200"/>
            <a:ext cx="1066800" cy="55033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C2D6B1-181A-9C3A-F3FE-5B3FE18DAC52}"/>
              </a:ext>
            </a:extLst>
          </p:cNvPr>
          <p:cNvSpPr/>
          <p:nvPr/>
        </p:nvSpPr>
        <p:spPr>
          <a:xfrm>
            <a:off x="8077200" y="2150533"/>
            <a:ext cx="1066800" cy="55033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98458AD-EFEE-9E3D-FB15-720F7ADD3F4F}"/>
              </a:ext>
            </a:extLst>
          </p:cNvPr>
          <p:cNvSpPr/>
          <p:nvPr/>
        </p:nvSpPr>
        <p:spPr>
          <a:xfrm>
            <a:off x="8077200" y="2700866"/>
            <a:ext cx="1066800" cy="55033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D20E140-5008-5252-C7E1-B3A4C832C4A2}"/>
              </a:ext>
            </a:extLst>
          </p:cNvPr>
          <p:cNvSpPr/>
          <p:nvPr/>
        </p:nvSpPr>
        <p:spPr>
          <a:xfrm>
            <a:off x="-67734" y="5829299"/>
            <a:ext cx="9279466" cy="499534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930CB65-CCF0-8040-BBAC-4E1E8949B74E}"/>
              </a:ext>
            </a:extLst>
          </p:cNvPr>
          <p:cNvSpPr/>
          <p:nvPr/>
        </p:nvSpPr>
        <p:spPr>
          <a:xfrm>
            <a:off x="233616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6C71AE1-289F-474C-A43A-6D301F6681C3}"/>
              </a:ext>
            </a:extLst>
          </p:cNvPr>
          <p:cNvSpPr/>
          <p:nvPr/>
        </p:nvSpPr>
        <p:spPr>
          <a:xfrm>
            <a:off x="233616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799F61C-A297-F4F6-7663-C20E5C1BB836}"/>
              </a:ext>
            </a:extLst>
          </p:cNvPr>
          <p:cNvSpPr/>
          <p:nvPr/>
        </p:nvSpPr>
        <p:spPr>
          <a:xfrm>
            <a:off x="244856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C004A43-C77E-01ED-DDAA-19C8B942DF49}"/>
              </a:ext>
            </a:extLst>
          </p:cNvPr>
          <p:cNvSpPr/>
          <p:nvPr/>
        </p:nvSpPr>
        <p:spPr>
          <a:xfrm>
            <a:off x="244856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D614B17-3743-CC3A-91C1-167F62B6CDFF}"/>
              </a:ext>
            </a:extLst>
          </p:cNvPr>
          <p:cNvSpPr/>
          <p:nvPr/>
        </p:nvSpPr>
        <p:spPr>
          <a:xfrm>
            <a:off x="256095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34D7BAD-036E-30D8-2570-03DC3F167E81}"/>
              </a:ext>
            </a:extLst>
          </p:cNvPr>
          <p:cNvSpPr/>
          <p:nvPr/>
        </p:nvSpPr>
        <p:spPr>
          <a:xfrm>
            <a:off x="256095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878F918-30C2-4EF3-4840-78FF77AA77B3}"/>
              </a:ext>
            </a:extLst>
          </p:cNvPr>
          <p:cNvSpPr/>
          <p:nvPr/>
        </p:nvSpPr>
        <p:spPr>
          <a:xfrm>
            <a:off x="267335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5CC4885-840E-0112-6F48-386A8BB920CA}"/>
              </a:ext>
            </a:extLst>
          </p:cNvPr>
          <p:cNvSpPr/>
          <p:nvPr/>
        </p:nvSpPr>
        <p:spPr>
          <a:xfrm>
            <a:off x="267335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CA0E2AB-9C58-D0A1-C0F3-0A523F618637}"/>
              </a:ext>
            </a:extLst>
          </p:cNvPr>
          <p:cNvSpPr/>
          <p:nvPr/>
        </p:nvSpPr>
        <p:spPr>
          <a:xfrm>
            <a:off x="291084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72D2F57-2548-750F-7258-EBED63751D48}"/>
              </a:ext>
            </a:extLst>
          </p:cNvPr>
          <p:cNvSpPr/>
          <p:nvPr/>
        </p:nvSpPr>
        <p:spPr>
          <a:xfrm>
            <a:off x="291084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B12BA78-B725-1020-2779-86344BE0D27E}"/>
              </a:ext>
            </a:extLst>
          </p:cNvPr>
          <p:cNvSpPr/>
          <p:nvPr/>
        </p:nvSpPr>
        <p:spPr>
          <a:xfrm>
            <a:off x="302323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E635B1E-D08F-692E-CBA0-325E3640F358}"/>
              </a:ext>
            </a:extLst>
          </p:cNvPr>
          <p:cNvSpPr/>
          <p:nvPr/>
        </p:nvSpPr>
        <p:spPr>
          <a:xfrm>
            <a:off x="302323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4424A4-708F-AF9B-6103-6D4E3FA5F45A}"/>
              </a:ext>
            </a:extLst>
          </p:cNvPr>
          <p:cNvSpPr/>
          <p:nvPr/>
        </p:nvSpPr>
        <p:spPr>
          <a:xfrm>
            <a:off x="313563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7CFE80E-BCD2-11FB-8AC1-A54398DC52FE}"/>
              </a:ext>
            </a:extLst>
          </p:cNvPr>
          <p:cNvSpPr/>
          <p:nvPr/>
        </p:nvSpPr>
        <p:spPr>
          <a:xfrm>
            <a:off x="313563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A0D95C4-499B-7A92-9907-305390FEBF03}"/>
              </a:ext>
            </a:extLst>
          </p:cNvPr>
          <p:cNvSpPr/>
          <p:nvPr/>
        </p:nvSpPr>
        <p:spPr>
          <a:xfrm>
            <a:off x="324802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3FFC70-96E8-7C1E-02B0-3D0171211C71}"/>
              </a:ext>
            </a:extLst>
          </p:cNvPr>
          <p:cNvSpPr/>
          <p:nvPr/>
        </p:nvSpPr>
        <p:spPr>
          <a:xfrm>
            <a:off x="324802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85D61FA-60BB-2B9A-94CB-5F410B334E19}"/>
              </a:ext>
            </a:extLst>
          </p:cNvPr>
          <p:cNvSpPr/>
          <p:nvPr/>
        </p:nvSpPr>
        <p:spPr>
          <a:xfrm>
            <a:off x="348297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9CB3338-845C-C452-EE94-2AA3A3659D46}"/>
              </a:ext>
            </a:extLst>
          </p:cNvPr>
          <p:cNvSpPr/>
          <p:nvPr/>
        </p:nvSpPr>
        <p:spPr>
          <a:xfrm>
            <a:off x="348297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C3449EE-82E2-A600-37E7-0B61926FB591}"/>
              </a:ext>
            </a:extLst>
          </p:cNvPr>
          <p:cNvSpPr/>
          <p:nvPr/>
        </p:nvSpPr>
        <p:spPr>
          <a:xfrm>
            <a:off x="359537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0C13EB9-8EB5-2022-09CC-B2AE49252424}"/>
              </a:ext>
            </a:extLst>
          </p:cNvPr>
          <p:cNvSpPr/>
          <p:nvPr/>
        </p:nvSpPr>
        <p:spPr>
          <a:xfrm>
            <a:off x="359537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81617165-901D-EDE6-ADA2-285582857C0D}"/>
              </a:ext>
            </a:extLst>
          </p:cNvPr>
          <p:cNvSpPr/>
          <p:nvPr/>
        </p:nvSpPr>
        <p:spPr>
          <a:xfrm>
            <a:off x="370776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4EF0CFD1-34BE-0DD2-660B-E2100726CB00}"/>
              </a:ext>
            </a:extLst>
          </p:cNvPr>
          <p:cNvSpPr/>
          <p:nvPr/>
        </p:nvSpPr>
        <p:spPr>
          <a:xfrm>
            <a:off x="370776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E120373-4C01-2753-EA4F-EBA5559DB1BC}"/>
              </a:ext>
            </a:extLst>
          </p:cNvPr>
          <p:cNvSpPr/>
          <p:nvPr/>
        </p:nvSpPr>
        <p:spPr>
          <a:xfrm>
            <a:off x="382016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1A5E590-6018-6E9C-69FE-1FEFE913CDBD}"/>
              </a:ext>
            </a:extLst>
          </p:cNvPr>
          <p:cNvSpPr/>
          <p:nvPr/>
        </p:nvSpPr>
        <p:spPr>
          <a:xfrm>
            <a:off x="382016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5E86C50-70D4-DCEF-BE8F-C4E511AF0035}"/>
              </a:ext>
            </a:extLst>
          </p:cNvPr>
          <p:cNvSpPr/>
          <p:nvPr/>
        </p:nvSpPr>
        <p:spPr>
          <a:xfrm>
            <a:off x="4048442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F57FD4BB-C624-6BA5-D8EF-8E27BCAEACB8}"/>
              </a:ext>
            </a:extLst>
          </p:cNvPr>
          <p:cNvSpPr/>
          <p:nvPr/>
        </p:nvSpPr>
        <p:spPr>
          <a:xfrm>
            <a:off x="4048442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44A97DE-6115-2DF3-C1B7-8478469E84DC}"/>
              </a:ext>
            </a:extLst>
          </p:cNvPr>
          <p:cNvSpPr/>
          <p:nvPr/>
        </p:nvSpPr>
        <p:spPr>
          <a:xfrm>
            <a:off x="4160837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5726456-CE8C-339B-2A41-DE76C52FF0E8}"/>
              </a:ext>
            </a:extLst>
          </p:cNvPr>
          <p:cNvSpPr/>
          <p:nvPr/>
        </p:nvSpPr>
        <p:spPr>
          <a:xfrm>
            <a:off x="4160837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0D64A5B2-A57A-E7FE-E9F2-F67467D6CC85}"/>
              </a:ext>
            </a:extLst>
          </p:cNvPr>
          <p:cNvSpPr/>
          <p:nvPr/>
        </p:nvSpPr>
        <p:spPr>
          <a:xfrm>
            <a:off x="4273232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84284B0-BEE9-CC1E-A5A5-EA6A81734BD8}"/>
              </a:ext>
            </a:extLst>
          </p:cNvPr>
          <p:cNvSpPr/>
          <p:nvPr/>
        </p:nvSpPr>
        <p:spPr>
          <a:xfrm>
            <a:off x="4273232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60CD179A-5502-90D7-8AC9-5D40341B7C4A}"/>
              </a:ext>
            </a:extLst>
          </p:cNvPr>
          <p:cNvSpPr/>
          <p:nvPr/>
        </p:nvSpPr>
        <p:spPr>
          <a:xfrm>
            <a:off x="4385627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C0A1A729-4B9C-3525-7653-67E8A392654A}"/>
              </a:ext>
            </a:extLst>
          </p:cNvPr>
          <p:cNvSpPr/>
          <p:nvPr/>
        </p:nvSpPr>
        <p:spPr>
          <a:xfrm>
            <a:off x="4385627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2CED353-E070-205D-756D-91A006241F4B}"/>
              </a:ext>
            </a:extLst>
          </p:cNvPr>
          <p:cNvSpPr/>
          <p:nvPr/>
        </p:nvSpPr>
        <p:spPr>
          <a:xfrm>
            <a:off x="462216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87D2CA7-0BEF-E73D-404A-55586E0A4DB7}"/>
              </a:ext>
            </a:extLst>
          </p:cNvPr>
          <p:cNvSpPr/>
          <p:nvPr/>
        </p:nvSpPr>
        <p:spPr>
          <a:xfrm>
            <a:off x="462216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2E187D1-C94C-4E2A-DA2A-7FC33D1CCEDF}"/>
              </a:ext>
            </a:extLst>
          </p:cNvPr>
          <p:cNvSpPr/>
          <p:nvPr/>
        </p:nvSpPr>
        <p:spPr>
          <a:xfrm>
            <a:off x="473456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A9CDD14-728A-6C87-8144-4880AEA6044D}"/>
              </a:ext>
            </a:extLst>
          </p:cNvPr>
          <p:cNvSpPr/>
          <p:nvPr/>
        </p:nvSpPr>
        <p:spPr>
          <a:xfrm>
            <a:off x="473456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F9E0B26F-1116-AEEF-0046-015156635341}"/>
              </a:ext>
            </a:extLst>
          </p:cNvPr>
          <p:cNvSpPr/>
          <p:nvPr/>
        </p:nvSpPr>
        <p:spPr>
          <a:xfrm>
            <a:off x="484695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1FFFF3D-3F13-10CD-B662-55B70C0F8EC9}"/>
              </a:ext>
            </a:extLst>
          </p:cNvPr>
          <p:cNvSpPr/>
          <p:nvPr/>
        </p:nvSpPr>
        <p:spPr>
          <a:xfrm>
            <a:off x="484695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0589E34-8C42-4409-F073-ADC83B35C066}"/>
              </a:ext>
            </a:extLst>
          </p:cNvPr>
          <p:cNvSpPr/>
          <p:nvPr/>
        </p:nvSpPr>
        <p:spPr>
          <a:xfrm>
            <a:off x="495935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24A5F7A2-8BBF-69D8-A4F4-B0C8F228D24E}"/>
              </a:ext>
            </a:extLst>
          </p:cNvPr>
          <p:cNvSpPr/>
          <p:nvPr/>
        </p:nvSpPr>
        <p:spPr>
          <a:xfrm>
            <a:off x="495935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506C57D3-FC61-3495-E9A1-80F9C50525C8}"/>
              </a:ext>
            </a:extLst>
          </p:cNvPr>
          <p:cNvSpPr/>
          <p:nvPr/>
        </p:nvSpPr>
        <p:spPr>
          <a:xfrm>
            <a:off x="5195252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0C1F3C27-3524-297B-134A-CAF22D8EA49E}"/>
              </a:ext>
            </a:extLst>
          </p:cNvPr>
          <p:cNvSpPr/>
          <p:nvPr/>
        </p:nvSpPr>
        <p:spPr>
          <a:xfrm>
            <a:off x="5195252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207A8395-B6DA-723E-2909-57A4DB5D649B}"/>
              </a:ext>
            </a:extLst>
          </p:cNvPr>
          <p:cNvSpPr/>
          <p:nvPr/>
        </p:nvSpPr>
        <p:spPr>
          <a:xfrm>
            <a:off x="5307647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A6ECE8B-8686-727C-00D4-77CFD4150909}"/>
              </a:ext>
            </a:extLst>
          </p:cNvPr>
          <p:cNvSpPr/>
          <p:nvPr/>
        </p:nvSpPr>
        <p:spPr>
          <a:xfrm>
            <a:off x="5307647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5489F3C1-44B3-1EB4-C969-E81D272C128B}"/>
              </a:ext>
            </a:extLst>
          </p:cNvPr>
          <p:cNvSpPr/>
          <p:nvPr/>
        </p:nvSpPr>
        <p:spPr>
          <a:xfrm>
            <a:off x="5420042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0FA672B2-1304-CE20-325C-4B9C707A7597}"/>
              </a:ext>
            </a:extLst>
          </p:cNvPr>
          <p:cNvSpPr/>
          <p:nvPr/>
        </p:nvSpPr>
        <p:spPr>
          <a:xfrm>
            <a:off x="5420042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7" name="직사각형 1026">
            <a:extLst>
              <a:ext uri="{FF2B5EF4-FFF2-40B4-BE49-F238E27FC236}">
                <a16:creationId xmlns:a16="http://schemas.microsoft.com/office/drawing/2014/main" id="{3173EB7E-B632-DF2F-1416-15499729B5B6}"/>
              </a:ext>
            </a:extLst>
          </p:cNvPr>
          <p:cNvSpPr/>
          <p:nvPr/>
        </p:nvSpPr>
        <p:spPr>
          <a:xfrm>
            <a:off x="5532437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8" name="직사각형 1027">
            <a:extLst>
              <a:ext uri="{FF2B5EF4-FFF2-40B4-BE49-F238E27FC236}">
                <a16:creationId xmlns:a16="http://schemas.microsoft.com/office/drawing/2014/main" id="{440C1463-1A53-E020-B004-985961D15D1A}"/>
              </a:ext>
            </a:extLst>
          </p:cNvPr>
          <p:cNvSpPr/>
          <p:nvPr/>
        </p:nvSpPr>
        <p:spPr>
          <a:xfrm>
            <a:off x="5532437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0" name="직사각형 1029">
            <a:extLst>
              <a:ext uri="{FF2B5EF4-FFF2-40B4-BE49-F238E27FC236}">
                <a16:creationId xmlns:a16="http://schemas.microsoft.com/office/drawing/2014/main" id="{982F9F09-F198-A3E7-6981-A9EA43AD4268}"/>
              </a:ext>
            </a:extLst>
          </p:cNvPr>
          <p:cNvSpPr/>
          <p:nvPr/>
        </p:nvSpPr>
        <p:spPr>
          <a:xfrm>
            <a:off x="576389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1" name="직사각형 1030">
            <a:extLst>
              <a:ext uri="{FF2B5EF4-FFF2-40B4-BE49-F238E27FC236}">
                <a16:creationId xmlns:a16="http://schemas.microsoft.com/office/drawing/2014/main" id="{B875E8E3-48F2-213E-7B26-210F588B87F0}"/>
              </a:ext>
            </a:extLst>
          </p:cNvPr>
          <p:cNvSpPr/>
          <p:nvPr/>
        </p:nvSpPr>
        <p:spPr>
          <a:xfrm>
            <a:off x="576389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2" name="직사각형 1031">
            <a:extLst>
              <a:ext uri="{FF2B5EF4-FFF2-40B4-BE49-F238E27FC236}">
                <a16:creationId xmlns:a16="http://schemas.microsoft.com/office/drawing/2014/main" id="{4A7E307D-16BD-720C-1549-9BDDF99774DB}"/>
              </a:ext>
            </a:extLst>
          </p:cNvPr>
          <p:cNvSpPr/>
          <p:nvPr/>
        </p:nvSpPr>
        <p:spPr>
          <a:xfrm>
            <a:off x="587629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3" name="직사각형 1032">
            <a:extLst>
              <a:ext uri="{FF2B5EF4-FFF2-40B4-BE49-F238E27FC236}">
                <a16:creationId xmlns:a16="http://schemas.microsoft.com/office/drawing/2014/main" id="{2C3DEDBC-D4C7-2F4D-9E15-21132CF4090A}"/>
              </a:ext>
            </a:extLst>
          </p:cNvPr>
          <p:cNvSpPr/>
          <p:nvPr/>
        </p:nvSpPr>
        <p:spPr>
          <a:xfrm>
            <a:off x="587629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4" name="직사각형 1033">
            <a:extLst>
              <a:ext uri="{FF2B5EF4-FFF2-40B4-BE49-F238E27FC236}">
                <a16:creationId xmlns:a16="http://schemas.microsoft.com/office/drawing/2014/main" id="{2B962924-46E3-F39B-694D-2E593274E9DC}"/>
              </a:ext>
            </a:extLst>
          </p:cNvPr>
          <p:cNvSpPr/>
          <p:nvPr/>
        </p:nvSpPr>
        <p:spPr>
          <a:xfrm>
            <a:off x="598868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5" name="직사각형 1034">
            <a:extLst>
              <a:ext uri="{FF2B5EF4-FFF2-40B4-BE49-F238E27FC236}">
                <a16:creationId xmlns:a16="http://schemas.microsoft.com/office/drawing/2014/main" id="{BA5B60D3-A550-C8BD-1F9A-6342F8FF9598}"/>
              </a:ext>
            </a:extLst>
          </p:cNvPr>
          <p:cNvSpPr/>
          <p:nvPr/>
        </p:nvSpPr>
        <p:spPr>
          <a:xfrm>
            <a:off x="598868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6" name="직사각형 1035">
            <a:extLst>
              <a:ext uri="{FF2B5EF4-FFF2-40B4-BE49-F238E27FC236}">
                <a16:creationId xmlns:a16="http://schemas.microsoft.com/office/drawing/2014/main" id="{30BC06E7-A94D-F14B-EBCC-6C917A3D994C}"/>
              </a:ext>
            </a:extLst>
          </p:cNvPr>
          <p:cNvSpPr/>
          <p:nvPr/>
        </p:nvSpPr>
        <p:spPr>
          <a:xfrm>
            <a:off x="610108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7" name="직사각형 1036">
            <a:extLst>
              <a:ext uri="{FF2B5EF4-FFF2-40B4-BE49-F238E27FC236}">
                <a16:creationId xmlns:a16="http://schemas.microsoft.com/office/drawing/2014/main" id="{C149AC65-43E0-3E70-C148-624CE6A88207}"/>
              </a:ext>
            </a:extLst>
          </p:cNvPr>
          <p:cNvSpPr/>
          <p:nvPr/>
        </p:nvSpPr>
        <p:spPr>
          <a:xfrm>
            <a:off x="610108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8" name="직사각형 1037">
            <a:extLst>
              <a:ext uri="{FF2B5EF4-FFF2-40B4-BE49-F238E27FC236}">
                <a16:creationId xmlns:a16="http://schemas.microsoft.com/office/drawing/2014/main" id="{6A4EA3E8-09E7-66EF-BED3-0ED565AA0E42}"/>
              </a:ext>
            </a:extLst>
          </p:cNvPr>
          <p:cNvSpPr/>
          <p:nvPr/>
        </p:nvSpPr>
        <p:spPr>
          <a:xfrm>
            <a:off x="633603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9" name="직사각형 1038">
            <a:extLst>
              <a:ext uri="{FF2B5EF4-FFF2-40B4-BE49-F238E27FC236}">
                <a16:creationId xmlns:a16="http://schemas.microsoft.com/office/drawing/2014/main" id="{81EE52E4-69EA-5316-D2E9-0CE632578DBC}"/>
              </a:ext>
            </a:extLst>
          </p:cNvPr>
          <p:cNvSpPr/>
          <p:nvPr/>
        </p:nvSpPr>
        <p:spPr>
          <a:xfrm>
            <a:off x="633603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0" name="직사각형 1039">
            <a:extLst>
              <a:ext uri="{FF2B5EF4-FFF2-40B4-BE49-F238E27FC236}">
                <a16:creationId xmlns:a16="http://schemas.microsoft.com/office/drawing/2014/main" id="{332EBEBE-A121-DF0F-A336-5EF18E721A13}"/>
              </a:ext>
            </a:extLst>
          </p:cNvPr>
          <p:cNvSpPr/>
          <p:nvPr/>
        </p:nvSpPr>
        <p:spPr>
          <a:xfrm>
            <a:off x="644842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1" name="직사각형 1040">
            <a:extLst>
              <a:ext uri="{FF2B5EF4-FFF2-40B4-BE49-F238E27FC236}">
                <a16:creationId xmlns:a16="http://schemas.microsoft.com/office/drawing/2014/main" id="{2ED1CB67-B1D5-A20D-951C-F20C118E83DE}"/>
              </a:ext>
            </a:extLst>
          </p:cNvPr>
          <p:cNvSpPr/>
          <p:nvPr/>
        </p:nvSpPr>
        <p:spPr>
          <a:xfrm>
            <a:off x="644842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2" name="직사각형 1041">
            <a:extLst>
              <a:ext uri="{FF2B5EF4-FFF2-40B4-BE49-F238E27FC236}">
                <a16:creationId xmlns:a16="http://schemas.microsoft.com/office/drawing/2014/main" id="{7057B6B8-B97E-A131-F94F-68190B683C5E}"/>
              </a:ext>
            </a:extLst>
          </p:cNvPr>
          <p:cNvSpPr/>
          <p:nvPr/>
        </p:nvSpPr>
        <p:spPr>
          <a:xfrm>
            <a:off x="656082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3" name="직사각형 1042">
            <a:extLst>
              <a:ext uri="{FF2B5EF4-FFF2-40B4-BE49-F238E27FC236}">
                <a16:creationId xmlns:a16="http://schemas.microsoft.com/office/drawing/2014/main" id="{0FCA8690-2894-16E8-8B2C-71AD87B56A32}"/>
              </a:ext>
            </a:extLst>
          </p:cNvPr>
          <p:cNvSpPr/>
          <p:nvPr/>
        </p:nvSpPr>
        <p:spPr>
          <a:xfrm>
            <a:off x="656082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4" name="직사각형 1043">
            <a:extLst>
              <a:ext uri="{FF2B5EF4-FFF2-40B4-BE49-F238E27FC236}">
                <a16:creationId xmlns:a16="http://schemas.microsoft.com/office/drawing/2014/main" id="{F1B67EE0-50F1-3CED-94F9-3C249686F32F}"/>
              </a:ext>
            </a:extLst>
          </p:cNvPr>
          <p:cNvSpPr/>
          <p:nvPr/>
        </p:nvSpPr>
        <p:spPr>
          <a:xfrm>
            <a:off x="667321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5" name="직사각형 1044">
            <a:extLst>
              <a:ext uri="{FF2B5EF4-FFF2-40B4-BE49-F238E27FC236}">
                <a16:creationId xmlns:a16="http://schemas.microsoft.com/office/drawing/2014/main" id="{F06933F6-FA24-DE3D-0413-67EAD85EA484}"/>
              </a:ext>
            </a:extLst>
          </p:cNvPr>
          <p:cNvSpPr/>
          <p:nvPr/>
        </p:nvSpPr>
        <p:spPr>
          <a:xfrm>
            <a:off x="667321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6" name="직사각형 1045">
            <a:extLst>
              <a:ext uri="{FF2B5EF4-FFF2-40B4-BE49-F238E27FC236}">
                <a16:creationId xmlns:a16="http://schemas.microsoft.com/office/drawing/2014/main" id="{F9ECD9F6-DBC4-B2A2-4261-00F0F897EA94}"/>
              </a:ext>
            </a:extLst>
          </p:cNvPr>
          <p:cNvSpPr/>
          <p:nvPr/>
        </p:nvSpPr>
        <p:spPr>
          <a:xfrm>
            <a:off x="690562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7" name="직사각형 1046">
            <a:extLst>
              <a:ext uri="{FF2B5EF4-FFF2-40B4-BE49-F238E27FC236}">
                <a16:creationId xmlns:a16="http://schemas.microsoft.com/office/drawing/2014/main" id="{2A55A462-D095-808D-9F2C-418432B75937}"/>
              </a:ext>
            </a:extLst>
          </p:cNvPr>
          <p:cNvSpPr/>
          <p:nvPr/>
        </p:nvSpPr>
        <p:spPr>
          <a:xfrm>
            <a:off x="690562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8" name="직사각형 1047">
            <a:extLst>
              <a:ext uri="{FF2B5EF4-FFF2-40B4-BE49-F238E27FC236}">
                <a16:creationId xmlns:a16="http://schemas.microsoft.com/office/drawing/2014/main" id="{B57CAD7D-763C-A259-3865-B2C064E2C7F6}"/>
              </a:ext>
            </a:extLst>
          </p:cNvPr>
          <p:cNvSpPr/>
          <p:nvPr/>
        </p:nvSpPr>
        <p:spPr>
          <a:xfrm>
            <a:off x="701802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9" name="직사각형 1048">
            <a:extLst>
              <a:ext uri="{FF2B5EF4-FFF2-40B4-BE49-F238E27FC236}">
                <a16:creationId xmlns:a16="http://schemas.microsoft.com/office/drawing/2014/main" id="{EA54D4EF-95A8-B11C-D1EA-EAA8029E58D6}"/>
              </a:ext>
            </a:extLst>
          </p:cNvPr>
          <p:cNvSpPr/>
          <p:nvPr/>
        </p:nvSpPr>
        <p:spPr>
          <a:xfrm>
            <a:off x="701802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0" name="직사각형 1049">
            <a:extLst>
              <a:ext uri="{FF2B5EF4-FFF2-40B4-BE49-F238E27FC236}">
                <a16:creationId xmlns:a16="http://schemas.microsoft.com/office/drawing/2014/main" id="{C8B1DD2A-DBDD-A3D1-34B0-3C85CC8E8DFC}"/>
              </a:ext>
            </a:extLst>
          </p:cNvPr>
          <p:cNvSpPr/>
          <p:nvPr/>
        </p:nvSpPr>
        <p:spPr>
          <a:xfrm>
            <a:off x="713041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1" name="직사각형 1050">
            <a:extLst>
              <a:ext uri="{FF2B5EF4-FFF2-40B4-BE49-F238E27FC236}">
                <a16:creationId xmlns:a16="http://schemas.microsoft.com/office/drawing/2014/main" id="{A3361FE4-5DE2-CFF7-B217-FD1336FA53D2}"/>
              </a:ext>
            </a:extLst>
          </p:cNvPr>
          <p:cNvSpPr/>
          <p:nvPr/>
        </p:nvSpPr>
        <p:spPr>
          <a:xfrm>
            <a:off x="713041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2" name="직사각형 1051">
            <a:extLst>
              <a:ext uri="{FF2B5EF4-FFF2-40B4-BE49-F238E27FC236}">
                <a16:creationId xmlns:a16="http://schemas.microsoft.com/office/drawing/2014/main" id="{5B2C1E97-83ED-7C2D-4E62-36C6FB89A7B1}"/>
              </a:ext>
            </a:extLst>
          </p:cNvPr>
          <p:cNvSpPr/>
          <p:nvPr/>
        </p:nvSpPr>
        <p:spPr>
          <a:xfrm>
            <a:off x="724281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3" name="직사각형 1052">
            <a:extLst>
              <a:ext uri="{FF2B5EF4-FFF2-40B4-BE49-F238E27FC236}">
                <a16:creationId xmlns:a16="http://schemas.microsoft.com/office/drawing/2014/main" id="{FFC19D16-A7A1-CA8A-7FE6-E08C0C2739D4}"/>
              </a:ext>
            </a:extLst>
          </p:cNvPr>
          <p:cNvSpPr/>
          <p:nvPr/>
        </p:nvSpPr>
        <p:spPr>
          <a:xfrm>
            <a:off x="724281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4" name="직사각형 1053">
            <a:extLst>
              <a:ext uri="{FF2B5EF4-FFF2-40B4-BE49-F238E27FC236}">
                <a16:creationId xmlns:a16="http://schemas.microsoft.com/office/drawing/2014/main" id="{C30FC065-94C6-59D8-0CBA-1354ACF3BAFD}"/>
              </a:ext>
            </a:extLst>
          </p:cNvPr>
          <p:cNvSpPr/>
          <p:nvPr/>
        </p:nvSpPr>
        <p:spPr>
          <a:xfrm>
            <a:off x="7481252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5" name="직사각형 1054">
            <a:extLst>
              <a:ext uri="{FF2B5EF4-FFF2-40B4-BE49-F238E27FC236}">
                <a16:creationId xmlns:a16="http://schemas.microsoft.com/office/drawing/2014/main" id="{BEA434FA-5CAB-6D8A-8E11-5D487F9118A0}"/>
              </a:ext>
            </a:extLst>
          </p:cNvPr>
          <p:cNvSpPr/>
          <p:nvPr/>
        </p:nvSpPr>
        <p:spPr>
          <a:xfrm>
            <a:off x="7481252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6" name="직사각형 1055">
            <a:extLst>
              <a:ext uri="{FF2B5EF4-FFF2-40B4-BE49-F238E27FC236}">
                <a16:creationId xmlns:a16="http://schemas.microsoft.com/office/drawing/2014/main" id="{1D36C80D-0150-A2C6-CC56-73B15459E651}"/>
              </a:ext>
            </a:extLst>
          </p:cNvPr>
          <p:cNvSpPr/>
          <p:nvPr/>
        </p:nvSpPr>
        <p:spPr>
          <a:xfrm>
            <a:off x="7593647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7" name="직사각형 1056">
            <a:extLst>
              <a:ext uri="{FF2B5EF4-FFF2-40B4-BE49-F238E27FC236}">
                <a16:creationId xmlns:a16="http://schemas.microsoft.com/office/drawing/2014/main" id="{715808B9-70C0-51EC-9269-474D17F9F136}"/>
              </a:ext>
            </a:extLst>
          </p:cNvPr>
          <p:cNvSpPr/>
          <p:nvPr/>
        </p:nvSpPr>
        <p:spPr>
          <a:xfrm>
            <a:off x="7593647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8" name="직사각형 1057">
            <a:extLst>
              <a:ext uri="{FF2B5EF4-FFF2-40B4-BE49-F238E27FC236}">
                <a16:creationId xmlns:a16="http://schemas.microsoft.com/office/drawing/2014/main" id="{09490E4A-96C8-FB45-BC49-D4957C1E5B1C}"/>
              </a:ext>
            </a:extLst>
          </p:cNvPr>
          <p:cNvSpPr/>
          <p:nvPr/>
        </p:nvSpPr>
        <p:spPr>
          <a:xfrm>
            <a:off x="7706042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9" name="직사각형 1058">
            <a:extLst>
              <a:ext uri="{FF2B5EF4-FFF2-40B4-BE49-F238E27FC236}">
                <a16:creationId xmlns:a16="http://schemas.microsoft.com/office/drawing/2014/main" id="{1DDA724E-F382-F686-1806-EEAA19662A03}"/>
              </a:ext>
            </a:extLst>
          </p:cNvPr>
          <p:cNvSpPr/>
          <p:nvPr/>
        </p:nvSpPr>
        <p:spPr>
          <a:xfrm>
            <a:off x="7706042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0" name="직사각형 1059">
            <a:extLst>
              <a:ext uri="{FF2B5EF4-FFF2-40B4-BE49-F238E27FC236}">
                <a16:creationId xmlns:a16="http://schemas.microsoft.com/office/drawing/2014/main" id="{1192EC4B-A0FC-95F9-AB2A-7DB87D9AB72F}"/>
              </a:ext>
            </a:extLst>
          </p:cNvPr>
          <p:cNvSpPr/>
          <p:nvPr/>
        </p:nvSpPr>
        <p:spPr>
          <a:xfrm>
            <a:off x="7818437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1" name="직사각형 1060">
            <a:extLst>
              <a:ext uri="{FF2B5EF4-FFF2-40B4-BE49-F238E27FC236}">
                <a16:creationId xmlns:a16="http://schemas.microsoft.com/office/drawing/2014/main" id="{651CBAA4-2528-427D-DB6C-14D0F8BFBE53}"/>
              </a:ext>
            </a:extLst>
          </p:cNvPr>
          <p:cNvSpPr/>
          <p:nvPr/>
        </p:nvSpPr>
        <p:spPr>
          <a:xfrm>
            <a:off x="7818437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2" name="타원 1061">
            <a:extLst>
              <a:ext uri="{FF2B5EF4-FFF2-40B4-BE49-F238E27FC236}">
                <a16:creationId xmlns:a16="http://schemas.microsoft.com/office/drawing/2014/main" id="{9BC7F053-D500-0A51-F5A1-5F31BA54B278}"/>
              </a:ext>
            </a:extLst>
          </p:cNvPr>
          <p:cNvSpPr/>
          <p:nvPr/>
        </p:nvSpPr>
        <p:spPr>
          <a:xfrm>
            <a:off x="2910841" y="2511851"/>
            <a:ext cx="449579" cy="450000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5" name="타원 1064">
            <a:extLst>
              <a:ext uri="{FF2B5EF4-FFF2-40B4-BE49-F238E27FC236}">
                <a16:creationId xmlns:a16="http://schemas.microsoft.com/office/drawing/2014/main" id="{0B676934-272A-6AA7-6B58-4970C8237316}"/>
              </a:ext>
            </a:extLst>
          </p:cNvPr>
          <p:cNvSpPr/>
          <p:nvPr/>
        </p:nvSpPr>
        <p:spPr>
          <a:xfrm>
            <a:off x="3482975" y="2510792"/>
            <a:ext cx="449579" cy="450000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3" name="타원 1112">
            <a:extLst>
              <a:ext uri="{FF2B5EF4-FFF2-40B4-BE49-F238E27FC236}">
                <a16:creationId xmlns:a16="http://schemas.microsoft.com/office/drawing/2014/main" id="{F7DFAE2B-A782-C345-A834-307E6EB4DBED}"/>
              </a:ext>
            </a:extLst>
          </p:cNvPr>
          <p:cNvSpPr/>
          <p:nvPr/>
        </p:nvSpPr>
        <p:spPr>
          <a:xfrm>
            <a:off x="4622165" y="2517144"/>
            <a:ext cx="449579" cy="450000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6" name="타원 1115">
            <a:extLst>
              <a:ext uri="{FF2B5EF4-FFF2-40B4-BE49-F238E27FC236}">
                <a16:creationId xmlns:a16="http://schemas.microsoft.com/office/drawing/2014/main" id="{17395BFA-C0C0-AC20-8D83-32597024EE9C}"/>
              </a:ext>
            </a:extLst>
          </p:cNvPr>
          <p:cNvSpPr/>
          <p:nvPr/>
        </p:nvSpPr>
        <p:spPr>
          <a:xfrm>
            <a:off x="6336030" y="2518412"/>
            <a:ext cx="449579" cy="450000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7" name="타원 1116">
            <a:extLst>
              <a:ext uri="{FF2B5EF4-FFF2-40B4-BE49-F238E27FC236}">
                <a16:creationId xmlns:a16="http://schemas.microsoft.com/office/drawing/2014/main" id="{CA89B6C8-6635-4C6F-3B83-6FCB35B92973}"/>
              </a:ext>
            </a:extLst>
          </p:cNvPr>
          <p:cNvSpPr/>
          <p:nvPr/>
        </p:nvSpPr>
        <p:spPr>
          <a:xfrm>
            <a:off x="6908164" y="2517353"/>
            <a:ext cx="449579" cy="450000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20" name="직선 연결선 1119">
            <a:extLst>
              <a:ext uri="{FF2B5EF4-FFF2-40B4-BE49-F238E27FC236}">
                <a16:creationId xmlns:a16="http://schemas.microsoft.com/office/drawing/2014/main" id="{6DC0B969-C2FD-CC33-3F3A-2583FD094B3B}"/>
              </a:ext>
            </a:extLst>
          </p:cNvPr>
          <p:cNvCxnSpPr>
            <a:cxnSpLocks/>
          </p:cNvCxnSpPr>
          <p:nvPr/>
        </p:nvCxnSpPr>
        <p:spPr>
          <a:xfrm>
            <a:off x="0" y="1383792"/>
            <a:ext cx="1932432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직사각형 1122">
            <a:extLst>
              <a:ext uri="{FF2B5EF4-FFF2-40B4-BE49-F238E27FC236}">
                <a16:creationId xmlns:a16="http://schemas.microsoft.com/office/drawing/2014/main" id="{82161AFB-3533-9632-9596-73071CAF60C6}"/>
              </a:ext>
            </a:extLst>
          </p:cNvPr>
          <p:cNvSpPr/>
          <p:nvPr/>
        </p:nvSpPr>
        <p:spPr>
          <a:xfrm rot="2700000">
            <a:off x="4652989" y="1072278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4" name="직사각형 1123">
            <a:extLst>
              <a:ext uri="{FF2B5EF4-FFF2-40B4-BE49-F238E27FC236}">
                <a16:creationId xmlns:a16="http://schemas.microsoft.com/office/drawing/2014/main" id="{3CE7690D-CF13-4192-A328-049292B409E3}"/>
              </a:ext>
            </a:extLst>
          </p:cNvPr>
          <p:cNvSpPr/>
          <p:nvPr/>
        </p:nvSpPr>
        <p:spPr>
          <a:xfrm rot="2700000">
            <a:off x="4951757" y="1073310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6" name="직사각형 1125">
            <a:extLst>
              <a:ext uri="{FF2B5EF4-FFF2-40B4-BE49-F238E27FC236}">
                <a16:creationId xmlns:a16="http://schemas.microsoft.com/office/drawing/2014/main" id="{89C2FC6E-D98E-F7F3-40E0-0906E4E189BF}"/>
              </a:ext>
            </a:extLst>
          </p:cNvPr>
          <p:cNvSpPr/>
          <p:nvPr/>
        </p:nvSpPr>
        <p:spPr>
          <a:xfrm rot="2700000">
            <a:off x="3508348" y="1072277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7" name="직사각형 1126">
            <a:extLst>
              <a:ext uri="{FF2B5EF4-FFF2-40B4-BE49-F238E27FC236}">
                <a16:creationId xmlns:a16="http://schemas.microsoft.com/office/drawing/2014/main" id="{00EB1666-1A66-3217-70D1-3238481C4A02}"/>
              </a:ext>
            </a:extLst>
          </p:cNvPr>
          <p:cNvSpPr/>
          <p:nvPr/>
        </p:nvSpPr>
        <p:spPr>
          <a:xfrm rot="2700000">
            <a:off x="3807116" y="1073309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9" name="직사각형 1128">
            <a:extLst>
              <a:ext uri="{FF2B5EF4-FFF2-40B4-BE49-F238E27FC236}">
                <a16:creationId xmlns:a16="http://schemas.microsoft.com/office/drawing/2014/main" id="{17A03C26-99A4-73A2-9DAA-E71BC03D5C19}"/>
              </a:ext>
            </a:extLst>
          </p:cNvPr>
          <p:cNvSpPr/>
          <p:nvPr/>
        </p:nvSpPr>
        <p:spPr>
          <a:xfrm rot="2700000">
            <a:off x="6935180" y="1075119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0" name="직사각형 1129">
            <a:extLst>
              <a:ext uri="{FF2B5EF4-FFF2-40B4-BE49-F238E27FC236}">
                <a16:creationId xmlns:a16="http://schemas.microsoft.com/office/drawing/2014/main" id="{50BE2985-389A-BB2B-6D91-0102C867ECEE}"/>
              </a:ext>
            </a:extLst>
          </p:cNvPr>
          <p:cNvSpPr/>
          <p:nvPr/>
        </p:nvSpPr>
        <p:spPr>
          <a:xfrm rot="2700000">
            <a:off x="7233948" y="1076151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38" name="직선 연결선 1137">
            <a:extLst>
              <a:ext uri="{FF2B5EF4-FFF2-40B4-BE49-F238E27FC236}">
                <a16:creationId xmlns:a16="http://schemas.microsoft.com/office/drawing/2014/main" id="{D081A0F9-5B27-23B3-80A9-5B3F730C9B2B}"/>
              </a:ext>
            </a:extLst>
          </p:cNvPr>
          <p:cNvCxnSpPr/>
          <p:nvPr/>
        </p:nvCxnSpPr>
        <p:spPr>
          <a:xfrm flipH="1">
            <a:off x="1920240" y="550332"/>
            <a:ext cx="753110" cy="48302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" name="직선 연결선 1138">
            <a:extLst>
              <a:ext uri="{FF2B5EF4-FFF2-40B4-BE49-F238E27FC236}">
                <a16:creationId xmlns:a16="http://schemas.microsoft.com/office/drawing/2014/main" id="{F3A55DBD-A42F-3500-A565-E33DA34AA677}"/>
              </a:ext>
            </a:extLst>
          </p:cNvPr>
          <p:cNvCxnSpPr/>
          <p:nvPr/>
        </p:nvCxnSpPr>
        <p:spPr>
          <a:xfrm flipH="1">
            <a:off x="6504622" y="553083"/>
            <a:ext cx="753110" cy="48302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4" name="직사각형 1143">
            <a:extLst>
              <a:ext uri="{FF2B5EF4-FFF2-40B4-BE49-F238E27FC236}">
                <a16:creationId xmlns:a16="http://schemas.microsoft.com/office/drawing/2014/main" id="{A5F3922A-864F-A257-AFBE-3A159A7639B1}"/>
              </a:ext>
            </a:extLst>
          </p:cNvPr>
          <p:cNvSpPr/>
          <p:nvPr/>
        </p:nvSpPr>
        <p:spPr>
          <a:xfrm>
            <a:off x="8107045" y="1624110"/>
            <a:ext cx="1008000" cy="486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7" name="직사각형 1146">
            <a:extLst>
              <a:ext uri="{FF2B5EF4-FFF2-40B4-BE49-F238E27FC236}">
                <a16:creationId xmlns:a16="http://schemas.microsoft.com/office/drawing/2014/main" id="{B88971B9-A697-8E0C-37FE-64A6776AF156}"/>
              </a:ext>
            </a:extLst>
          </p:cNvPr>
          <p:cNvSpPr/>
          <p:nvPr/>
        </p:nvSpPr>
        <p:spPr>
          <a:xfrm>
            <a:off x="8106600" y="1078213"/>
            <a:ext cx="1008000" cy="486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8" name="직사각형 1147">
            <a:extLst>
              <a:ext uri="{FF2B5EF4-FFF2-40B4-BE49-F238E27FC236}">
                <a16:creationId xmlns:a16="http://schemas.microsoft.com/office/drawing/2014/main" id="{0F7E8E22-4B1E-00E0-95B5-1BA7B6A8BFFF}"/>
              </a:ext>
            </a:extLst>
          </p:cNvPr>
          <p:cNvSpPr/>
          <p:nvPr/>
        </p:nvSpPr>
        <p:spPr>
          <a:xfrm>
            <a:off x="8103615" y="2731143"/>
            <a:ext cx="1008000" cy="486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9" name="직사각형 1148">
            <a:extLst>
              <a:ext uri="{FF2B5EF4-FFF2-40B4-BE49-F238E27FC236}">
                <a16:creationId xmlns:a16="http://schemas.microsoft.com/office/drawing/2014/main" id="{874C739D-D40E-2291-D38A-86711AAF7B2F}"/>
              </a:ext>
            </a:extLst>
          </p:cNvPr>
          <p:cNvSpPr/>
          <p:nvPr/>
        </p:nvSpPr>
        <p:spPr>
          <a:xfrm>
            <a:off x="8103170" y="2185246"/>
            <a:ext cx="1008000" cy="486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5027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131DB-35FB-AA12-718C-DDAD1E4B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EA36D197-D954-30C7-04E6-34C50DC019DC}"/>
              </a:ext>
            </a:extLst>
          </p:cNvPr>
          <p:cNvSpPr/>
          <p:nvPr/>
        </p:nvSpPr>
        <p:spPr>
          <a:xfrm>
            <a:off x="-67734" y="550332"/>
            <a:ext cx="9279468" cy="483023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4A3B018-42A7-7B03-FF38-38A06FA1A19F}"/>
              </a:ext>
            </a:extLst>
          </p:cNvPr>
          <p:cNvSpPr/>
          <p:nvPr/>
        </p:nvSpPr>
        <p:spPr>
          <a:xfrm>
            <a:off x="5325533" y="4055533"/>
            <a:ext cx="3657600" cy="635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4710F4B-4E9C-AC07-3B1C-B8DA601E1324}"/>
              </a:ext>
            </a:extLst>
          </p:cNvPr>
          <p:cNvSpPr/>
          <p:nvPr/>
        </p:nvSpPr>
        <p:spPr>
          <a:xfrm>
            <a:off x="5325533" y="4690533"/>
            <a:ext cx="3657600" cy="635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1987E2-3E28-E2A1-AEEF-AE86B7C11EDE}"/>
              </a:ext>
            </a:extLst>
          </p:cNvPr>
          <p:cNvSpPr/>
          <p:nvPr/>
        </p:nvSpPr>
        <p:spPr>
          <a:xfrm>
            <a:off x="3818467" y="4690533"/>
            <a:ext cx="1507065" cy="635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775151-DEF4-BA9C-56FA-8FAB866CBB17}"/>
              </a:ext>
            </a:extLst>
          </p:cNvPr>
          <p:cNvSpPr/>
          <p:nvPr/>
        </p:nvSpPr>
        <p:spPr>
          <a:xfrm>
            <a:off x="3818467" y="4055533"/>
            <a:ext cx="1507065" cy="635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6B61741-E128-1EBD-319E-FBA3DFE85941}"/>
              </a:ext>
            </a:extLst>
          </p:cNvPr>
          <p:cNvSpPr/>
          <p:nvPr/>
        </p:nvSpPr>
        <p:spPr>
          <a:xfrm>
            <a:off x="1617133" y="4055533"/>
            <a:ext cx="2201333" cy="635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5098DEE-6C50-FB49-0B32-6AF47C3E21E8}"/>
              </a:ext>
            </a:extLst>
          </p:cNvPr>
          <p:cNvSpPr/>
          <p:nvPr/>
        </p:nvSpPr>
        <p:spPr>
          <a:xfrm>
            <a:off x="1617132" y="4690533"/>
            <a:ext cx="2201333" cy="635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869A48C-FF3F-2FE6-6FA0-78B1CACBA14F}"/>
              </a:ext>
            </a:extLst>
          </p:cNvPr>
          <p:cNvSpPr/>
          <p:nvPr/>
        </p:nvSpPr>
        <p:spPr>
          <a:xfrm>
            <a:off x="84668" y="4690533"/>
            <a:ext cx="1532464" cy="635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B368043-1991-ED06-D036-98F9EC33F26B}"/>
              </a:ext>
            </a:extLst>
          </p:cNvPr>
          <p:cNvSpPr/>
          <p:nvPr/>
        </p:nvSpPr>
        <p:spPr>
          <a:xfrm>
            <a:off x="84668" y="4055533"/>
            <a:ext cx="1532464" cy="635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266CB36-CDE9-4FB6-0E5D-AE2A92AF0D0A}"/>
              </a:ext>
            </a:extLst>
          </p:cNvPr>
          <p:cNvSpPr/>
          <p:nvPr/>
        </p:nvSpPr>
        <p:spPr>
          <a:xfrm>
            <a:off x="8077200" y="1049867"/>
            <a:ext cx="1066800" cy="55033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F4B05DE-F670-12F6-CEA5-46E9AC26DA5B}"/>
              </a:ext>
            </a:extLst>
          </p:cNvPr>
          <p:cNvSpPr/>
          <p:nvPr/>
        </p:nvSpPr>
        <p:spPr>
          <a:xfrm>
            <a:off x="8077200" y="1600200"/>
            <a:ext cx="1066800" cy="55033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83BB43D-35E7-4E32-7624-5E0CE2AFC664}"/>
              </a:ext>
            </a:extLst>
          </p:cNvPr>
          <p:cNvSpPr/>
          <p:nvPr/>
        </p:nvSpPr>
        <p:spPr>
          <a:xfrm>
            <a:off x="8077200" y="2150533"/>
            <a:ext cx="1066800" cy="55033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9D5A523-F7C7-B351-4C72-2100D9A70D70}"/>
              </a:ext>
            </a:extLst>
          </p:cNvPr>
          <p:cNvSpPr/>
          <p:nvPr/>
        </p:nvSpPr>
        <p:spPr>
          <a:xfrm>
            <a:off x="8077200" y="2700866"/>
            <a:ext cx="1066800" cy="55033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DAEF281-DF5D-DCE4-AF56-B359A51265D9}"/>
              </a:ext>
            </a:extLst>
          </p:cNvPr>
          <p:cNvSpPr/>
          <p:nvPr/>
        </p:nvSpPr>
        <p:spPr>
          <a:xfrm>
            <a:off x="-67734" y="5829299"/>
            <a:ext cx="9279466" cy="499534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26426-F12C-1C89-895F-16B7C593613B}"/>
              </a:ext>
            </a:extLst>
          </p:cNvPr>
          <p:cNvSpPr/>
          <p:nvPr/>
        </p:nvSpPr>
        <p:spPr>
          <a:xfrm>
            <a:off x="233616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3CCB16-50BF-DCE1-3ACE-19219B48E142}"/>
              </a:ext>
            </a:extLst>
          </p:cNvPr>
          <p:cNvSpPr/>
          <p:nvPr/>
        </p:nvSpPr>
        <p:spPr>
          <a:xfrm>
            <a:off x="233616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B3711BA-B9EA-341B-6BCA-1D1CCB72F9BA}"/>
              </a:ext>
            </a:extLst>
          </p:cNvPr>
          <p:cNvSpPr/>
          <p:nvPr/>
        </p:nvSpPr>
        <p:spPr>
          <a:xfrm>
            <a:off x="244856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DA4122B-1A43-722F-E7CE-99ED77F905CC}"/>
              </a:ext>
            </a:extLst>
          </p:cNvPr>
          <p:cNvSpPr/>
          <p:nvPr/>
        </p:nvSpPr>
        <p:spPr>
          <a:xfrm>
            <a:off x="244856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5429E11-DDA5-2637-0EF2-AE0B81755AFB}"/>
              </a:ext>
            </a:extLst>
          </p:cNvPr>
          <p:cNvSpPr/>
          <p:nvPr/>
        </p:nvSpPr>
        <p:spPr>
          <a:xfrm>
            <a:off x="256095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DE4951B-3ABC-4374-9F02-72129981BDBA}"/>
              </a:ext>
            </a:extLst>
          </p:cNvPr>
          <p:cNvSpPr/>
          <p:nvPr/>
        </p:nvSpPr>
        <p:spPr>
          <a:xfrm>
            <a:off x="256095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FDAC4EE-9254-9042-569E-DE913C195D33}"/>
              </a:ext>
            </a:extLst>
          </p:cNvPr>
          <p:cNvSpPr/>
          <p:nvPr/>
        </p:nvSpPr>
        <p:spPr>
          <a:xfrm>
            <a:off x="267335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C843F9B-0BBC-6D0D-9383-2CAD438A9181}"/>
              </a:ext>
            </a:extLst>
          </p:cNvPr>
          <p:cNvSpPr/>
          <p:nvPr/>
        </p:nvSpPr>
        <p:spPr>
          <a:xfrm>
            <a:off x="267335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966B907-29D1-0568-7E7C-07BD668B8532}"/>
              </a:ext>
            </a:extLst>
          </p:cNvPr>
          <p:cNvSpPr/>
          <p:nvPr/>
        </p:nvSpPr>
        <p:spPr>
          <a:xfrm>
            <a:off x="291084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741F94E-2DE4-5E95-1486-B5C139EC54B9}"/>
              </a:ext>
            </a:extLst>
          </p:cNvPr>
          <p:cNvSpPr/>
          <p:nvPr/>
        </p:nvSpPr>
        <p:spPr>
          <a:xfrm>
            <a:off x="291084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F7A7B65-5049-89E6-7701-1D48B3490181}"/>
              </a:ext>
            </a:extLst>
          </p:cNvPr>
          <p:cNvSpPr/>
          <p:nvPr/>
        </p:nvSpPr>
        <p:spPr>
          <a:xfrm>
            <a:off x="302323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8CDEC8C-9A48-FBD9-AFD8-D5BD84B5F43F}"/>
              </a:ext>
            </a:extLst>
          </p:cNvPr>
          <p:cNvSpPr/>
          <p:nvPr/>
        </p:nvSpPr>
        <p:spPr>
          <a:xfrm>
            <a:off x="302323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250D823-4EA2-481F-DBCB-D55D480968E7}"/>
              </a:ext>
            </a:extLst>
          </p:cNvPr>
          <p:cNvSpPr/>
          <p:nvPr/>
        </p:nvSpPr>
        <p:spPr>
          <a:xfrm>
            <a:off x="313563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2190213-1BE3-087E-A031-137D5A55678F}"/>
              </a:ext>
            </a:extLst>
          </p:cNvPr>
          <p:cNvSpPr/>
          <p:nvPr/>
        </p:nvSpPr>
        <p:spPr>
          <a:xfrm>
            <a:off x="313563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32A200D-50DD-5910-C01D-677E2090839C}"/>
              </a:ext>
            </a:extLst>
          </p:cNvPr>
          <p:cNvSpPr/>
          <p:nvPr/>
        </p:nvSpPr>
        <p:spPr>
          <a:xfrm>
            <a:off x="324802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A3F7A125-3144-6618-F836-4F8C908153DE}"/>
              </a:ext>
            </a:extLst>
          </p:cNvPr>
          <p:cNvSpPr/>
          <p:nvPr/>
        </p:nvSpPr>
        <p:spPr>
          <a:xfrm>
            <a:off x="324802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0EF32780-B82C-6FA9-E40C-A67535358FA4}"/>
              </a:ext>
            </a:extLst>
          </p:cNvPr>
          <p:cNvSpPr/>
          <p:nvPr/>
        </p:nvSpPr>
        <p:spPr>
          <a:xfrm>
            <a:off x="348297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F3A3F668-08E7-9B82-5F28-CE1FBB06CB8C}"/>
              </a:ext>
            </a:extLst>
          </p:cNvPr>
          <p:cNvSpPr/>
          <p:nvPr/>
        </p:nvSpPr>
        <p:spPr>
          <a:xfrm>
            <a:off x="348297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5EC41E6-B5C1-4CC4-8A9E-50B32C2778AF}"/>
              </a:ext>
            </a:extLst>
          </p:cNvPr>
          <p:cNvSpPr/>
          <p:nvPr/>
        </p:nvSpPr>
        <p:spPr>
          <a:xfrm>
            <a:off x="359537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26E1589-3EEF-AD40-A133-6DE59CF6AA55}"/>
              </a:ext>
            </a:extLst>
          </p:cNvPr>
          <p:cNvSpPr/>
          <p:nvPr/>
        </p:nvSpPr>
        <p:spPr>
          <a:xfrm>
            <a:off x="359537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DE96A8E-7352-9651-5254-ACC5974CE9CE}"/>
              </a:ext>
            </a:extLst>
          </p:cNvPr>
          <p:cNvSpPr/>
          <p:nvPr/>
        </p:nvSpPr>
        <p:spPr>
          <a:xfrm>
            <a:off x="3707765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79A170C-A252-2B2F-AEF2-C0EB06CB6EC9}"/>
              </a:ext>
            </a:extLst>
          </p:cNvPr>
          <p:cNvSpPr/>
          <p:nvPr/>
        </p:nvSpPr>
        <p:spPr>
          <a:xfrm>
            <a:off x="3707765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92D1A8FE-A6FE-8BE6-1F80-B4E5F9DDF3B1}"/>
              </a:ext>
            </a:extLst>
          </p:cNvPr>
          <p:cNvSpPr/>
          <p:nvPr/>
        </p:nvSpPr>
        <p:spPr>
          <a:xfrm>
            <a:off x="3820160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3C7E976-E107-E963-667B-2667A307B4BB}"/>
              </a:ext>
            </a:extLst>
          </p:cNvPr>
          <p:cNvSpPr/>
          <p:nvPr/>
        </p:nvSpPr>
        <p:spPr>
          <a:xfrm>
            <a:off x="3820160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012137CC-3A0C-8DC8-B1FA-11C66BCFF264}"/>
              </a:ext>
            </a:extLst>
          </p:cNvPr>
          <p:cNvSpPr/>
          <p:nvPr/>
        </p:nvSpPr>
        <p:spPr>
          <a:xfrm>
            <a:off x="4048442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0C470A4-0498-F0F4-F0F6-D9373CAAAEFC}"/>
              </a:ext>
            </a:extLst>
          </p:cNvPr>
          <p:cNvSpPr/>
          <p:nvPr/>
        </p:nvSpPr>
        <p:spPr>
          <a:xfrm>
            <a:off x="4048442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EE0F0EEC-F7CB-22FD-927E-D0BE9507DDDA}"/>
              </a:ext>
            </a:extLst>
          </p:cNvPr>
          <p:cNvSpPr/>
          <p:nvPr/>
        </p:nvSpPr>
        <p:spPr>
          <a:xfrm>
            <a:off x="4160837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8AA94EB-0ED6-7185-B339-7AEE1981E8EC}"/>
              </a:ext>
            </a:extLst>
          </p:cNvPr>
          <p:cNvSpPr/>
          <p:nvPr/>
        </p:nvSpPr>
        <p:spPr>
          <a:xfrm>
            <a:off x="4160837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4B6595D-8681-EC2F-23BF-DD6580E9AF9D}"/>
              </a:ext>
            </a:extLst>
          </p:cNvPr>
          <p:cNvSpPr/>
          <p:nvPr/>
        </p:nvSpPr>
        <p:spPr>
          <a:xfrm>
            <a:off x="4273232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C647692-630D-D215-99C1-6DBAFD7FA033}"/>
              </a:ext>
            </a:extLst>
          </p:cNvPr>
          <p:cNvSpPr/>
          <p:nvPr/>
        </p:nvSpPr>
        <p:spPr>
          <a:xfrm>
            <a:off x="4273232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A601197-0316-3316-E97C-AF23560DB11B}"/>
              </a:ext>
            </a:extLst>
          </p:cNvPr>
          <p:cNvSpPr/>
          <p:nvPr/>
        </p:nvSpPr>
        <p:spPr>
          <a:xfrm>
            <a:off x="4385627" y="1840653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FC3BCE5-6563-1A25-BE3B-C2764427140D}"/>
              </a:ext>
            </a:extLst>
          </p:cNvPr>
          <p:cNvSpPr/>
          <p:nvPr/>
        </p:nvSpPr>
        <p:spPr>
          <a:xfrm>
            <a:off x="4385627" y="2124075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730CF8A-E1D3-58E9-CB99-337F4081CD55}"/>
              </a:ext>
            </a:extLst>
          </p:cNvPr>
          <p:cNvSpPr/>
          <p:nvPr/>
        </p:nvSpPr>
        <p:spPr>
          <a:xfrm>
            <a:off x="462216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427E3C98-A85B-08B9-FBFA-669A6C74A145}"/>
              </a:ext>
            </a:extLst>
          </p:cNvPr>
          <p:cNvSpPr/>
          <p:nvPr/>
        </p:nvSpPr>
        <p:spPr>
          <a:xfrm>
            <a:off x="462216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C4280B7-D831-D659-EA79-B6286A551C00}"/>
              </a:ext>
            </a:extLst>
          </p:cNvPr>
          <p:cNvSpPr/>
          <p:nvPr/>
        </p:nvSpPr>
        <p:spPr>
          <a:xfrm>
            <a:off x="473456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4ECFD68-CFF3-72A6-0D74-69476A941486}"/>
              </a:ext>
            </a:extLst>
          </p:cNvPr>
          <p:cNvSpPr/>
          <p:nvPr/>
        </p:nvSpPr>
        <p:spPr>
          <a:xfrm>
            <a:off x="473456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223369D0-DEE0-B5B2-3A66-84BF190214FB}"/>
              </a:ext>
            </a:extLst>
          </p:cNvPr>
          <p:cNvSpPr/>
          <p:nvPr/>
        </p:nvSpPr>
        <p:spPr>
          <a:xfrm>
            <a:off x="484695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44FE752-B97E-FE4D-62D7-F8D2DF7D21EB}"/>
              </a:ext>
            </a:extLst>
          </p:cNvPr>
          <p:cNvSpPr/>
          <p:nvPr/>
        </p:nvSpPr>
        <p:spPr>
          <a:xfrm>
            <a:off x="484695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17E1D9B6-68AD-03E6-8ADA-12E9FA820487}"/>
              </a:ext>
            </a:extLst>
          </p:cNvPr>
          <p:cNvSpPr/>
          <p:nvPr/>
        </p:nvSpPr>
        <p:spPr>
          <a:xfrm>
            <a:off x="495935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C781B9B-33AA-28FC-BD58-F7330FB62582}"/>
              </a:ext>
            </a:extLst>
          </p:cNvPr>
          <p:cNvSpPr/>
          <p:nvPr/>
        </p:nvSpPr>
        <p:spPr>
          <a:xfrm>
            <a:off x="495935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AEAE27AE-D528-B840-6089-5389024766C3}"/>
              </a:ext>
            </a:extLst>
          </p:cNvPr>
          <p:cNvSpPr/>
          <p:nvPr/>
        </p:nvSpPr>
        <p:spPr>
          <a:xfrm>
            <a:off x="5195252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6E01878-FBD7-82A1-BAA2-10ABC6EA9393}"/>
              </a:ext>
            </a:extLst>
          </p:cNvPr>
          <p:cNvSpPr/>
          <p:nvPr/>
        </p:nvSpPr>
        <p:spPr>
          <a:xfrm>
            <a:off x="5195252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93CA048-C6E7-29FE-80F9-4F3935974043}"/>
              </a:ext>
            </a:extLst>
          </p:cNvPr>
          <p:cNvSpPr/>
          <p:nvPr/>
        </p:nvSpPr>
        <p:spPr>
          <a:xfrm>
            <a:off x="5307647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93DA7B8-FE58-CBF3-7314-DFED96CE9DCE}"/>
              </a:ext>
            </a:extLst>
          </p:cNvPr>
          <p:cNvSpPr/>
          <p:nvPr/>
        </p:nvSpPr>
        <p:spPr>
          <a:xfrm>
            <a:off x="5307647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7D59D947-1599-BEEC-8A99-71DA3DA6463F}"/>
              </a:ext>
            </a:extLst>
          </p:cNvPr>
          <p:cNvSpPr/>
          <p:nvPr/>
        </p:nvSpPr>
        <p:spPr>
          <a:xfrm>
            <a:off x="5420042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90195E5B-5D69-D4B6-1D4A-5BA1710847EF}"/>
              </a:ext>
            </a:extLst>
          </p:cNvPr>
          <p:cNvSpPr/>
          <p:nvPr/>
        </p:nvSpPr>
        <p:spPr>
          <a:xfrm>
            <a:off x="5420042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7" name="직사각형 1026">
            <a:extLst>
              <a:ext uri="{FF2B5EF4-FFF2-40B4-BE49-F238E27FC236}">
                <a16:creationId xmlns:a16="http://schemas.microsoft.com/office/drawing/2014/main" id="{EE9DA8BA-2624-3107-CA1D-49D308D1F4FD}"/>
              </a:ext>
            </a:extLst>
          </p:cNvPr>
          <p:cNvSpPr/>
          <p:nvPr/>
        </p:nvSpPr>
        <p:spPr>
          <a:xfrm>
            <a:off x="5532437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8" name="직사각형 1027">
            <a:extLst>
              <a:ext uri="{FF2B5EF4-FFF2-40B4-BE49-F238E27FC236}">
                <a16:creationId xmlns:a16="http://schemas.microsoft.com/office/drawing/2014/main" id="{6536C222-3EDC-DF06-B31F-37A4DF7E0231}"/>
              </a:ext>
            </a:extLst>
          </p:cNvPr>
          <p:cNvSpPr/>
          <p:nvPr/>
        </p:nvSpPr>
        <p:spPr>
          <a:xfrm>
            <a:off x="5532437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0" name="직사각형 1029">
            <a:extLst>
              <a:ext uri="{FF2B5EF4-FFF2-40B4-BE49-F238E27FC236}">
                <a16:creationId xmlns:a16="http://schemas.microsoft.com/office/drawing/2014/main" id="{E1F26DA4-37F0-DDBF-C4A6-EB71118D17B5}"/>
              </a:ext>
            </a:extLst>
          </p:cNvPr>
          <p:cNvSpPr/>
          <p:nvPr/>
        </p:nvSpPr>
        <p:spPr>
          <a:xfrm>
            <a:off x="576389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1" name="직사각형 1030">
            <a:extLst>
              <a:ext uri="{FF2B5EF4-FFF2-40B4-BE49-F238E27FC236}">
                <a16:creationId xmlns:a16="http://schemas.microsoft.com/office/drawing/2014/main" id="{593F7631-1D5A-24A5-7FC9-98B3593C1CE4}"/>
              </a:ext>
            </a:extLst>
          </p:cNvPr>
          <p:cNvSpPr/>
          <p:nvPr/>
        </p:nvSpPr>
        <p:spPr>
          <a:xfrm>
            <a:off x="576389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2" name="직사각형 1031">
            <a:extLst>
              <a:ext uri="{FF2B5EF4-FFF2-40B4-BE49-F238E27FC236}">
                <a16:creationId xmlns:a16="http://schemas.microsoft.com/office/drawing/2014/main" id="{8E107023-CC47-DB94-B80F-46CC772C24D0}"/>
              </a:ext>
            </a:extLst>
          </p:cNvPr>
          <p:cNvSpPr/>
          <p:nvPr/>
        </p:nvSpPr>
        <p:spPr>
          <a:xfrm>
            <a:off x="587629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3" name="직사각형 1032">
            <a:extLst>
              <a:ext uri="{FF2B5EF4-FFF2-40B4-BE49-F238E27FC236}">
                <a16:creationId xmlns:a16="http://schemas.microsoft.com/office/drawing/2014/main" id="{6226E17D-13C3-E624-2854-6E2EA1DC7A9C}"/>
              </a:ext>
            </a:extLst>
          </p:cNvPr>
          <p:cNvSpPr/>
          <p:nvPr/>
        </p:nvSpPr>
        <p:spPr>
          <a:xfrm>
            <a:off x="587629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4" name="직사각형 1033">
            <a:extLst>
              <a:ext uri="{FF2B5EF4-FFF2-40B4-BE49-F238E27FC236}">
                <a16:creationId xmlns:a16="http://schemas.microsoft.com/office/drawing/2014/main" id="{1B27FD22-7406-810B-50C5-339287F9F64C}"/>
              </a:ext>
            </a:extLst>
          </p:cNvPr>
          <p:cNvSpPr/>
          <p:nvPr/>
        </p:nvSpPr>
        <p:spPr>
          <a:xfrm>
            <a:off x="598868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5" name="직사각형 1034">
            <a:extLst>
              <a:ext uri="{FF2B5EF4-FFF2-40B4-BE49-F238E27FC236}">
                <a16:creationId xmlns:a16="http://schemas.microsoft.com/office/drawing/2014/main" id="{59050A5B-0609-5164-8028-0BED0284F42E}"/>
              </a:ext>
            </a:extLst>
          </p:cNvPr>
          <p:cNvSpPr/>
          <p:nvPr/>
        </p:nvSpPr>
        <p:spPr>
          <a:xfrm>
            <a:off x="598868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6" name="직사각형 1035">
            <a:extLst>
              <a:ext uri="{FF2B5EF4-FFF2-40B4-BE49-F238E27FC236}">
                <a16:creationId xmlns:a16="http://schemas.microsoft.com/office/drawing/2014/main" id="{1E7C5809-62AB-B28E-0B68-2B03C5CE7A18}"/>
              </a:ext>
            </a:extLst>
          </p:cNvPr>
          <p:cNvSpPr/>
          <p:nvPr/>
        </p:nvSpPr>
        <p:spPr>
          <a:xfrm>
            <a:off x="610108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7" name="직사각형 1036">
            <a:extLst>
              <a:ext uri="{FF2B5EF4-FFF2-40B4-BE49-F238E27FC236}">
                <a16:creationId xmlns:a16="http://schemas.microsoft.com/office/drawing/2014/main" id="{A64D3DB4-C9A3-C70E-733C-930DC9AD9DC3}"/>
              </a:ext>
            </a:extLst>
          </p:cNvPr>
          <p:cNvSpPr/>
          <p:nvPr/>
        </p:nvSpPr>
        <p:spPr>
          <a:xfrm>
            <a:off x="610108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8" name="직사각형 1037">
            <a:extLst>
              <a:ext uri="{FF2B5EF4-FFF2-40B4-BE49-F238E27FC236}">
                <a16:creationId xmlns:a16="http://schemas.microsoft.com/office/drawing/2014/main" id="{7187BBE1-5E09-6E36-CC94-2EA502DDA958}"/>
              </a:ext>
            </a:extLst>
          </p:cNvPr>
          <p:cNvSpPr/>
          <p:nvPr/>
        </p:nvSpPr>
        <p:spPr>
          <a:xfrm>
            <a:off x="633603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9" name="직사각형 1038">
            <a:extLst>
              <a:ext uri="{FF2B5EF4-FFF2-40B4-BE49-F238E27FC236}">
                <a16:creationId xmlns:a16="http://schemas.microsoft.com/office/drawing/2014/main" id="{D184F340-8C03-A48C-350E-82ACAF5CCDD3}"/>
              </a:ext>
            </a:extLst>
          </p:cNvPr>
          <p:cNvSpPr/>
          <p:nvPr/>
        </p:nvSpPr>
        <p:spPr>
          <a:xfrm>
            <a:off x="633603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0" name="직사각형 1039">
            <a:extLst>
              <a:ext uri="{FF2B5EF4-FFF2-40B4-BE49-F238E27FC236}">
                <a16:creationId xmlns:a16="http://schemas.microsoft.com/office/drawing/2014/main" id="{F05B1347-EA64-2F98-C805-5FA7315DCEE0}"/>
              </a:ext>
            </a:extLst>
          </p:cNvPr>
          <p:cNvSpPr/>
          <p:nvPr/>
        </p:nvSpPr>
        <p:spPr>
          <a:xfrm>
            <a:off x="644842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1" name="직사각형 1040">
            <a:extLst>
              <a:ext uri="{FF2B5EF4-FFF2-40B4-BE49-F238E27FC236}">
                <a16:creationId xmlns:a16="http://schemas.microsoft.com/office/drawing/2014/main" id="{EBFECFDC-6227-8C8C-6702-AC07CA8D35CA}"/>
              </a:ext>
            </a:extLst>
          </p:cNvPr>
          <p:cNvSpPr/>
          <p:nvPr/>
        </p:nvSpPr>
        <p:spPr>
          <a:xfrm>
            <a:off x="644842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2" name="직사각형 1041">
            <a:extLst>
              <a:ext uri="{FF2B5EF4-FFF2-40B4-BE49-F238E27FC236}">
                <a16:creationId xmlns:a16="http://schemas.microsoft.com/office/drawing/2014/main" id="{AA6E714F-0017-799D-319E-1C3C14C3C17F}"/>
              </a:ext>
            </a:extLst>
          </p:cNvPr>
          <p:cNvSpPr/>
          <p:nvPr/>
        </p:nvSpPr>
        <p:spPr>
          <a:xfrm>
            <a:off x="656082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3" name="직사각형 1042">
            <a:extLst>
              <a:ext uri="{FF2B5EF4-FFF2-40B4-BE49-F238E27FC236}">
                <a16:creationId xmlns:a16="http://schemas.microsoft.com/office/drawing/2014/main" id="{A19727BA-460A-8170-3FE3-FCC3BFE5B81F}"/>
              </a:ext>
            </a:extLst>
          </p:cNvPr>
          <p:cNvSpPr/>
          <p:nvPr/>
        </p:nvSpPr>
        <p:spPr>
          <a:xfrm>
            <a:off x="656082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4" name="직사각형 1043">
            <a:extLst>
              <a:ext uri="{FF2B5EF4-FFF2-40B4-BE49-F238E27FC236}">
                <a16:creationId xmlns:a16="http://schemas.microsoft.com/office/drawing/2014/main" id="{EF39BBDE-0FA7-6369-F1FD-A81BEAFF72DE}"/>
              </a:ext>
            </a:extLst>
          </p:cNvPr>
          <p:cNvSpPr/>
          <p:nvPr/>
        </p:nvSpPr>
        <p:spPr>
          <a:xfrm>
            <a:off x="667321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5" name="직사각형 1044">
            <a:extLst>
              <a:ext uri="{FF2B5EF4-FFF2-40B4-BE49-F238E27FC236}">
                <a16:creationId xmlns:a16="http://schemas.microsoft.com/office/drawing/2014/main" id="{9989633C-7DED-A411-302F-DBEF7016558B}"/>
              </a:ext>
            </a:extLst>
          </p:cNvPr>
          <p:cNvSpPr/>
          <p:nvPr/>
        </p:nvSpPr>
        <p:spPr>
          <a:xfrm>
            <a:off x="667321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6" name="직사각형 1045">
            <a:extLst>
              <a:ext uri="{FF2B5EF4-FFF2-40B4-BE49-F238E27FC236}">
                <a16:creationId xmlns:a16="http://schemas.microsoft.com/office/drawing/2014/main" id="{653F0585-51FB-CFD6-C1AC-FCA7DEC12412}"/>
              </a:ext>
            </a:extLst>
          </p:cNvPr>
          <p:cNvSpPr/>
          <p:nvPr/>
        </p:nvSpPr>
        <p:spPr>
          <a:xfrm>
            <a:off x="690562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7" name="직사각형 1046">
            <a:extLst>
              <a:ext uri="{FF2B5EF4-FFF2-40B4-BE49-F238E27FC236}">
                <a16:creationId xmlns:a16="http://schemas.microsoft.com/office/drawing/2014/main" id="{85CB390D-482F-89CF-1EA2-0E4E1209CEFD}"/>
              </a:ext>
            </a:extLst>
          </p:cNvPr>
          <p:cNvSpPr/>
          <p:nvPr/>
        </p:nvSpPr>
        <p:spPr>
          <a:xfrm>
            <a:off x="690562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8" name="직사각형 1047">
            <a:extLst>
              <a:ext uri="{FF2B5EF4-FFF2-40B4-BE49-F238E27FC236}">
                <a16:creationId xmlns:a16="http://schemas.microsoft.com/office/drawing/2014/main" id="{63C1CCF6-7856-010A-AAFF-ECE97A89B739}"/>
              </a:ext>
            </a:extLst>
          </p:cNvPr>
          <p:cNvSpPr/>
          <p:nvPr/>
        </p:nvSpPr>
        <p:spPr>
          <a:xfrm>
            <a:off x="701802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9" name="직사각형 1048">
            <a:extLst>
              <a:ext uri="{FF2B5EF4-FFF2-40B4-BE49-F238E27FC236}">
                <a16:creationId xmlns:a16="http://schemas.microsoft.com/office/drawing/2014/main" id="{990808E9-1098-5BF5-060A-BE9C1BCA1FC8}"/>
              </a:ext>
            </a:extLst>
          </p:cNvPr>
          <p:cNvSpPr/>
          <p:nvPr/>
        </p:nvSpPr>
        <p:spPr>
          <a:xfrm>
            <a:off x="701802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0" name="직사각형 1049">
            <a:extLst>
              <a:ext uri="{FF2B5EF4-FFF2-40B4-BE49-F238E27FC236}">
                <a16:creationId xmlns:a16="http://schemas.microsoft.com/office/drawing/2014/main" id="{3EC31E43-C2C7-E8C9-51DC-B00228C67CEB}"/>
              </a:ext>
            </a:extLst>
          </p:cNvPr>
          <p:cNvSpPr/>
          <p:nvPr/>
        </p:nvSpPr>
        <p:spPr>
          <a:xfrm>
            <a:off x="7130415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1" name="직사각형 1050">
            <a:extLst>
              <a:ext uri="{FF2B5EF4-FFF2-40B4-BE49-F238E27FC236}">
                <a16:creationId xmlns:a16="http://schemas.microsoft.com/office/drawing/2014/main" id="{90FB0E5B-02CC-33E8-5E27-403424A279B3}"/>
              </a:ext>
            </a:extLst>
          </p:cNvPr>
          <p:cNvSpPr/>
          <p:nvPr/>
        </p:nvSpPr>
        <p:spPr>
          <a:xfrm>
            <a:off x="7130415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2" name="직사각형 1051">
            <a:extLst>
              <a:ext uri="{FF2B5EF4-FFF2-40B4-BE49-F238E27FC236}">
                <a16:creationId xmlns:a16="http://schemas.microsoft.com/office/drawing/2014/main" id="{B058B5BA-5813-C4C0-3342-5FFFF6A77A45}"/>
              </a:ext>
            </a:extLst>
          </p:cNvPr>
          <p:cNvSpPr/>
          <p:nvPr/>
        </p:nvSpPr>
        <p:spPr>
          <a:xfrm>
            <a:off x="7242810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3" name="직사각형 1052">
            <a:extLst>
              <a:ext uri="{FF2B5EF4-FFF2-40B4-BE49-F238E27FC236}">
                <a16:creationId xmlns:a16="http://schemas.microsoft.com/office/drawing/2014/main" id="{B7F7B2C9-BB83-B650-C4AB-1D2272B55280}"/>
              </a:ext>
            </a:extLst>
          </p:cNvPr>
          <p:cNvSpPr/>
          <p:nvPr/>
        </p:nvSpPr>
        <p:spPr>
          <a:xfrm>
            <a:off x="7242810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4" name="직사각형 1053">
            <a:extLst>
              <a:ext uri="{FF2B5EF4-FFF2-40B4-BE49-F238E27FC236}">
                <a16:creationId xmlns:a16="http://schemas.microsoft.com/office/drawing/2014/main" id="{BC1D259B-FBBE-3D06-6255-4943DA9072E8}"/>
              </a:ext>
            </a:extLst>
          </p:cNvPr>
          <p:cNvSpPr/>
          <p:nvPr/>
        </p:nvSpPr>
        <p:spPr>
          <a:xfrm>
            <a:off x="7481252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5" name="직사각형 1054">
            <a:extLst>
              <a:ext uri="{FF2B5EF4-FFF2-40B4-BE49-F238E27FC236}">
                <a16:creationId xmlns:a16="http://schemas.microsoft.com/office/drawing/2014/main" id="{95B46BFD-5E35-9A78-6314-289531EAB10E}"/>
              </a:ext>
            </a:extLst>
          </p:cNvPr>
          <p:cNvSpPr/>
          <p:nvPr/>
        </p:nvSpPr>
        <p:spPr>
          <a:xfrm>
            <a:off x="7481252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6" name="직사각형 1055">
            <a:extLst>
              <a:ext uri="{FF2B5EF4-FFF2-40B4-BE49-F238E27FC236}">
                <a16:creationId xmlns:a16="http://schemas.microsoft.com/office/drawing/2014/main" id="{15BC6DAE-52E4-1A25-FF77-A431C557C0D9}"/>
              </a:ext>
            </a:extLst>
          </p:cNvPr>
          <p:cNvSpPr/>
          <p:nvPr/>
        </p:nvSpPr>
        <p:spPr>
          <a:xfrm>
            <a:off x="7593647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7" name="직사각형 1056">
            <a:extLst>
              <a:ext uri="{FF2B5EF4-FFF2-40B4-BE49-F238E27FC236}">
                <a16:creationId xmlns:a16="http://schemas.microsoft.com/office/drawing/2014/main" id="{2D86C896-CA8C-FD7F-A1F5-ADC613EC420C}"/>
              </a:ext>
            </a:extLst>
          </p:cNvPr>
          <p:cNvSpPr/>
          <p:nvPr/>
        </p:nvSpPr>
        <p:spPr>
          <a:xfrm>
            <a:off x="7593647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8" name="직사각형 1057">
            <a:extLst>
              <a:ext uri="{FF2B5EF4-FFF2-40B4-BE49-F238E27FC236}">
                <a16:creationId xmlns:a16="http://schemas.microsoft.com/office/drawing/2014/main" id="{02B75287-F963-52B6-42EF-97E76D8FB7B7}"/>
              </a:ext>
            </a:extLst>
          </p:cNvPr>
          <p:cNvSpPr/>
          <p:nvPr/>
        </p:nvSpPr>
        <p:spPr>
          <a:xfrm>
            <a:off x="7706042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9" name="직사각형 1058">
            <a:extLst>
              <a:ext uri="{FF2B5EF4-FFF2-40B4-BE49-F238E27FC236}">
                <a16:creationId xmlns:a16="http://schemas.microsoft.com/office/drawing/2014/main" id="{DEEAA262-DE07-0A73-8CA5-D3837694FED9}"/>
              </a:ext>
            </a:extLst>
          </p:cNvPr>
          <p:cNvSpPr/>
          <p:nvPr/>
        </p:nvSpPr>
        <p:spPr>
          <a:xfrm>
            <a:off x="7706042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0" name="직사각형 1059">
            <a:extLst>
              <a:ext uri="{FF2B5EF4-FFF2-40B4-BE49-F238E27FC236}">
                <a16:creationId xmlns:a16="http://schemas.microsoft.com/office/drawing/2014/main" id="{F5F744CE-4408-D26D-7621-A9F7A8BC9F50}"/>
              </a:ext>
            </a:extLst>
          </p:cNvPr>
          <p:cNvSpPr/>
          <p:nvPr/>
        </p:nvSpPr>
        <p:spPr>
          <a:xfrm>
            <a:off x="7818437" y="1837690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1" name="직사각형 1060">
            <a:extLst>
              <a:ext uri="{FF2B5EF4-FFF2-40B4-BE49-F238E27FC236}">
                <a16:creationId xmlns:a16="http://schemas.microsoft.com/office/drawing/2014/main" id="{649671A5-E3E9-FE2E-2C1C-2F5D6D8D4B22}"/>
              </a:ext>
            </a:extLst>
          </p:cNvPr>
          <p:cNvSpPr/>
          <p:nvPr/>
        </p:nvSpPr>
        <p:spPr>
          <a:xfrm>
            <a:off x="7818437" y="2121112"/>
            <a:ext cx="112395" cy="283422"/>
          </a:xfrm>
          <a:prstGeom prst="rect">
            <a:avLst/>
          </a:prstGeom>
          <a:solidFill>
            <a:srgbClr val="FC75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2" name="타원 1061">
            <a:extLst>
              <a:ext uri="{FF2B5EF4-FFF2-40B4-BE49-F238E27FC236}">
                <a16:creationId xmlns:a16="http://schemas.microsoft.com/office/drawing/2014/main" id="{4825AC4B-C28B-6403-58B4-E47E2B22732C}"/>
              </a:ext>
            </a:extLst>
          </p:cNvPr>
          <p:cNvSpPr/>
          <p:nvPr/>
        </p:nvSpPr>
        <p:spPr>
          <a:xfrm>
            <a:off x="2910841" y="2511851"/>
            <a:ext cx="449579" cy="450000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5" name="타원 1064">
            <a:extLst>
              <a:ext uri="{FF2B5EF4-FFF2-40B4-BE49-F238E27FC236}">
                <a16:creationId xmlns:a16="http://schemas.microsoft.com/office/drawing/2014/main" id="{D5396126-05EB-DE9F-A975-B78D00CAA4CB}"/>
              </a:ext>
            </a:extLst>
          </p:cNvPr>
          <p:cNvSpPr/>
          <p:nvPr/>
        </p:nvSpPr>
        <p:spPr>
          <a:xfrm>
            <a:off x="3482975" y="2510792"/>
            <a:ext cx="449579" cy="450000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3" name="타원 1112">
            <a:extLst>
              <a:ext uri="{FF2B5EF4-FFF2-40B4-BE49-F238E27FC236}">
                <a16:creationId xmlns:a16="http://schemas.microsoft.com/office/drawing/2014/main" id="{B42038B3-8F5D-B2C8-8EA6-4E3F8D0BA289}"/>
              </a:ext>
            </a:extLst>
          </p:cNvPr>
          <p:cNvSpPr/>
          <p:nvPr/>
        </p:nvSpPr>
        <p:spPr>
          <a:xfrm>
            <a:off x="4622165" y="2517144"/>
            <a:ext cx="449579" cy="450000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6" name="타원 1115">
            <a:extLst>
              <a:ext uri="{FF2B5EF4-FFF2-40B4-BE49-F238E27FC236}">
                <a16:creationId xmlns:a16="http://schemas.microsoft.com/office/drawing/2014/main" id="{4B5C3444-3052-4785-EAFD-88BD0E9BC6F6}"/>
              </a:ext>
            </a:extLst>
          </p:cNvPr>
          <p:cNvSpPr/>
          <p:nvPr/>
        </p:nvSpPr>
        <p:spPr>
          <a:xfrm>
            <a:off x="6336030" y="2518412"/>
            <a:ext cx="449579" cy="450000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7" name="타원 1116">
            <a:extLst>
              <a:ext uri="{FF2B5EF4-FFF2-40B4-BE49-F238E27FC236}">
                <a16:creationId xmlns:a16="http://schemas.microsoft.com/office/drawing/2014/main" id="{1FEA83F6-924A-55AA-9C59-1A61EF4A6BB4}"/>
              </a:ext>
            </a:extLst>
          </p:cNvPr>
          <p:cNvSpPr/>
          <p:nvPr/>
        </p:nvSpPr>
        <p:spPr>
          <a:xfrm>
            <a:off x="6908164" y="2517353"/>
            <a:ext cx="449579" cy="450000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20" name="직선 연결선 1119">
            <a:extLst>
              <a:ext uri="{FF2B5EF4-FFF2-40B4-BE49-F238E27FC236}">
                <a16:creationId xmlns:a16="http://schemas.microsoft.com/office/drawing/2014/main" id="{DE5EFFD9-F446-BA22-55B7-B8F2FD25D033}"/>
              </a:ext>
            </a:extLst>
          </p:cNvPr>
          <p:cNvCxnSpPr>
            <a:cxnSpLocks/>
          </p:cNvCxnSpPr>
          <p:nvPr/>
        </p:nvCxnSpPr>
        <p:spPr>
          <a:xfrm>
            <a:off x="0" y="1383792"/>
            <a:ext cx="1932432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직사각형 1122">
            <a:extLst>
              <a:ext uri="{FF2B5EF4-FFF2-40B4-BE49-F238E27FC236}">
                <a16:creationId xmlns:a16="http://schemas.microsoft.com/office/drawing/2014/main" id="{74713548-2683-31DD-3E8C-A654C8C64205}"/>
              </a:ext>
            </a:extLst>
          </p:cNvPr>
          <p:cNvSpPr/>
          <p:nvPr/>
        </p:nvSpPr>
        <p:spPr>
          <a:xfrm rot="2700000">
            <a:off x="4652989" y="1072278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4" name="직사각형 1123">
            <a:extLst>
              <a:ext uri="{FF2B5EF4-FFF2-40B4-BE49-F238E27FC236}">
                <a16:creationId xmlns:a16="http://schemas.microsoft.com/office/drawing/2014/main" id="{B9EC7369-98EB-8D36-DD21-6E662EB28D3B}"/>
              </a:ext>
            </a:extLst>
          </p:cNvPr>
          <p:cNvSpPr/>
          <p:nvPr/>
        </p:nvSpPr>
        <p:spPr>
          <a:xfrm rot="2700000">
            <a:off x="4951757" y="1073310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6" name="직사각형 1125">
            <a:extLst>
              <a:ext uri="{FF2B5EF4-FFF2-40B4-BE49-F238E27FC236}">
                <a16:creationId xmlns:a16="http://schemas.microsoft.com/office/drawing/2014/main" id="{5257B26D-35F0-D1F1-70AE-0C224CA8FF3D}"/>
              </a:ext>
            </a:extLst>
          </p:cNvPr>
          <p:cNvSpPr/>
          <p:nvPr/>
        </p:nvSpPr>
        <p:spPr>
          <a:xfrm rot="2700000">
            <a:off x="3508348" y="1072277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7" name="직사각형 1126">
            <a:extLst>
              <a:ext uri="{FF2B5EF4-FFF2-40B4-BE49-F238E27FC236}">
                <a16:creationId xmlns:a16="http://schemas.microsoft.com/office/drawing/2014/main" id="{74849202-7711-0C2E-4588-6BF7BFAA7CE7}"/>
              </a:ext>
            </a:extLst>
          </p:cNvPr>
          <p:cNvSpPr/>
          <p:nvPr/>
        </p:nvSpPr>
        <p:spPr>
          <a:xfrm rot="2700000">
            <a:off x="3807116" y="1073309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9" name="직사각형 1128">
            <a:extLst>
              <a:ext uri="{FF2B5EF4-FFF2-40B4-BE49-F238E27FC236}">
                <a16:creationId xmlns:a16="http://schemas.microsoft.com/office/drawing/2014/main" id="{1DDB9DCF-FA1D-B016-E0F3-52DCFC236465}"/>
              </a:ext>
            </a:extLst>
          </p:cNvPr>
          <p:cNvSpPr/>
          <p:nvPr/>
        </p:nvSpPr>
        <p:spPr>
          <a:xfrm rot="2700000">
            <a:off x="6935180" y="1075119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0" name="직사각형 1129">
            <a:extLst>
              <a:ext uri="{FF2B5EF4-FFF2-40B4-BE49-F238E27FC236}">
                <a16:creationId xmlns:a16="http://schemas.microsoft.com/office/drawing/2014/main" id="{FF50B334-BE65-A59D-A942-83A5A17B2AA5}"/>
              </a:ext>
            </a:extLst>
          </p:cNvPr>
          <p:cNvSpPr/>
          <p:nvPr/>
        </p:nvSpPr>
        <p:spPr>
          <a:xfrm rot="2700000">
            <a:off x="7233948" y="1076151"/>
            <a:ext cx="112395" cy="118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38" name="직선 연결선 1137">
            <a:extLst>
              <a:ext uri="{FF2B5EF4-FFF2-40B4-BE49-F238E27FC236}">
                <a16:creationId xmlns:a16="http://schemas.microsoft.com/office/drawing/2014/main" id="{5CF28063-EC7D-B141-56B0-0A7F13F0AB2B}"/>
              </a:ext>
            </a:extLst>
          </p:cNvPr>
          <p:cNvCxnSpPr/>
          <p:nvPr/>
        </p:nvCxnSpPr>
        <p:spPr>
          <a:xfrm flipH="1">
            <a:off x="1920240" y="550332"/>
            <a:ext cx="753110" cy="48302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" name="직선 연결선 1138">
            <a:extLst>
              <a:ext uri="{FF2B5EF4-FFF2-40B4-BE49-F238E27FC236}">
                <a16:creationId xmlns:a16="http://schemas.microsoft.com/office/drawing/2014/main" id="{9E867349-B054-CE40-9891-DFF7470859C0}"/>
              </a:ext>
            </a:extLst>
          </p:cNvPr>
          <p:cNvCxnSpPr/>
          <p:nvPr/>
        </p:nvCxnSpPr>
        <p:spPr>
          <a:xfrm flipH="1">
            <a:off x="6504622" y="553083"/>
            <a:ext cx="753110" cy="48302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4" name="직사각형 1143">
            <a:extLst>
              <a:ext uri="{FF2B5EF4-FFF2-40B4-BE49-F238E27FC236}">
                <a16:creationId xmlns:a16="http://schemas.microsoft.com/office/drawing/2014/main" id="{B8037220-4EED-E152-6E36-90433E302775}"/>
              </a:ext>
            </a:extLst>
          </p:cNvPr>
          <p:cNvSpPr/>
          <p:nvPr/>
        </p:nvSpPr>
        <p:spPr>
          <a:xfrm>
            <a:off x="8107045" y="1624110"/>
            <a:ext cx="1008000" cy="486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7" name="직사각형 1146">
            <a:extLst>
              <a:ext uri="{FF2B5EF4-FFF2-40B4-BE49-F238E27FC236}">
                <a16:creationId xmlns:a16="http://schemas.microsoft.com/office/drawing/2014/main" id="{4A681CC8-B0F8-FA6E-6A45-5E51DBECC02D}"/>
              </a:ext>
            </a:extLst>
          </p:cNvPr>
          <p:cNvSpPr/>
          <p:nvPr/>
        </p:nvSpPr>
        <p:spPr>
          <a:xfrm>
            <a:off x="8106600" y="1078213"/>
            <a:ext cx="1008000" cy="486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8" name="직사각형 1147">
            <a:extLst>
              <a:ext uri="{FF2B5EF4-FFF2-40B4-BE49-F238E27FC236}">
                <a16:creationId xmlns:a16="http://schemas.microsoft.com/office/drawing/2014/main" id="{83B73125-6C1E-993E-E5CB-4F555C1F1431}"/>
              </a:ext>
            </a:extLst>
          </p:cNvPr>
          <p:cNvSpPr/>
          <p:nvPr/>
        </p:nvSpPr>
        <p:spPr>
          <a:xfrm>
            <a:off x="8103615" y="2731143"/>
            <a:ext cx="1008000" cy="486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9" name="직사각형 1148">
            <a:extLst>
              <a:ext uri="{FF2B5EF4-FFF2-40B4-BE49-F238E27FC236}">
                <a16:creationId xmlns:a16="http://schemas.microsoft.com/office/drawing/2014/main" id="{AADCAE08-7868-72CD-4BC8-B26CE8E3F6E0}"/>
              </a:ext>
            </a:extLst>
          </p:cNvPr>
          <p:cNvSpPr/>
          <p:nvPr/>
        </p:nvSpPr>
        <p:spPr>
          <a:xfrm>
            <a:off x="8103170" y="2185246"/>
            <a:ext cx="1008000" cy="486000"/>
          </a:xfrm>
          <a:prstGeom prst="rect">
            <a:avLst/>
          </a:prstGeom>
          <a:solidFill>
            <a:srgbClr val="3896D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893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</TotalTime>
  <Words>0</Words>
  <Application>Microsoft Office PowerPoint</Application>
  <PresentationFormat>화면 슬라이드 쇼(4:3)</PresentationFormat>
  <Paragraphs>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김동휘</dc:creator>
  <cp:lastModifiedBy>김동휘</cp:lastModifiedBy>
  <cp:revision>1</cp:revision>
  <dcterms:created xsi:type="dcterms:W3CDTF">2026-04-06T01:04:11Z</dcterms:created>
  <dcterms:modified xsi:type="dcterms:W3CDTF">2026-04-06T02:18:52Z</dcterms:modified>
</cp:coreProperties>
</file>